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c78729a0e644cd" /><Relationship Type="http://schemas.openxmlformats.org/officeDocument/2006/relationships/extended-properties" Target="/docProps/app.xml" Id="Rd2b0fe8976a34bf2" /><Relationship Type="http://schemas.openxmlformats.org/officeDocument/2006/relationships/officeDocument" Target="/ppt/presentation.xml" Id="Rf39ed14f6b8d40ce" /></Relationships>
</file>

<file path=ppt/presentation.xml><?xml version="1.0" encoding="utf-8"?>
<p:presentation xmlns:p="http://schemas.openxmlformats.org/presentationml/2006/main">
  <p:sldMasterIdLst>
    <p:sldMasterId xmlns:r="http://schemas.openxmlformats.org/officeDocument/2006/relationships" id="2147483648" r:id="R2bf4c67aab3f4835"/>
  </p:sldMasterIdLst>
  <p:notesMasterIdLst>
    <p:notesMasterId xmlns:r="http://schemas.openxmlformats.org/officeDocument/2006/relationships" r:id="Rd61e7278d34a46a4"/>
  </p:notesMasterIdLst>
  <p:sldIdLst>
    <p:sldId xmlns:r="http://schemas.openxmlformats.org/officeDocument/2006/relationships" id="256" r:id="R982b48cc101443cc"/>
    <p:sldId xmlns:r="http://schemas.openxmlformats.org/officeDocument/2006/relationships" id="257" r:id="R94b9dbeb13314c27"/>
    <p:sldId xmlns:r="http://schemas.openxmlformats.org/officeDocument/2006/relationships" id="258" r:id="R897a7f0d44cb4162"/>
    <p:sldId xmlns:r="http://schemas.openxmlformats.org/officeDocument/2006/relationships" id="259" r:id="R3b32c4eb8b4e4a7e"/>
    <p:sldId xmlns:r="http://schemas.openxmlformats.org/officeDocument/2006/relationships" id="260" r:id="R3cb076d205f84994"/>
    <p:sldId xmlns:r="http://schemas.openxmlformats.org/officeDocument/2006/relationships" id="261" r:id="R057a80ece7f74a79"/>
    <p:sldId xmlns:r="http://schemas.openxmlformats.org/officeDocument/2006/relationships" id="262" r:id="R2b6a69208a6341b5"/>
    <p:sldId xmlns:r="http://schemas.openxmlformats.org/officeDocument/2006/relationships" id="263" r:id="R92cac83c15054c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78113cf96941cc" /><Relationship Type="http://schemas.openxmlformats.org/officeDocument/2006/relationships/slideMaster" Target="/ppt/slideMasters/slideMaster1.xml" Id="R2bf4c67aab3f4835" /><Relationship Type="http://schemas.openxmlformats.org/officeDocument/2006/relationships/notesMaster" Target="/ppt/notesMasters/notesMaster1.xml" Id="Rd61e7278d34a46a4" /><Relationship Type="http://schemas.openxmlformats.org/officeDocument/2006/relationships/presProps" Target="/ppt/presProps.xml" Id="Raf8504ccec784f57" /><Relationship Type="http://schemas.openxmlformats.org/officeDocument/2006/relationships/tableStyles" Target="/ppt/tableStyles.xml" Id="R8e588b8543a64e22" /><Relationship Type="http://schemas.openxmlformats.org/officeDocument/2006/relationships/slide" Target="/ppt/slides/slide1.xml" Id="R982b48cc101443cc" /><Relationship Type="http://schemas.openxmlformats.org/officeDocument/2006/relationships/slide" Target="/ppt/slides/slide2.xml" Id="R94b9dbeb13314c27" /><Relationship Type="http://schemas.openxmlformats.org/officeDocument/2006/relationships/slide" Target="/ppt/slides/slide3.xml" Id="R897a7f0d44cb4162" /><Relationship Type="http://schemas.openxmlformats.org/officeDocument/2006/relationships/slide" Target="/ppt/slides/slide4.xml" Id="R3b32c4eb8b4e4a7e" /><Relationship Type="http://schemas.openxmlformats.org/officeDocument/2006/relationships/slide" Target="/ppt/slides/slide5.xml" Id="R3cb076d205f84994" /><Relationship Type="http://schemas.openxmlformats.org/officeDocument/2006/relationships/slide" Target="/ppt/slides/slide6.xml" Id="R057a80ece7f74a79" /><Relationship Type="http://schemas.openxmlformats.org/officeDocument/2006/relationships/slide" Target="/ppt/slides/slide7.xml" Id="R2b6a69208a6341b5" /><Relationship Type="http://schemas.openxmlformats.org/officeDocument/2006/relationships/slide" Target="/ppt/slides/slide8.xml" Id="R92cac83c15054c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45c8c2a45344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6e45336e884437" /><Relationship Type="http://schemas.openxmlformats.org/officeDocument/2006/relationships/notesMaster" Target="/ppt/notesMasters/notesMaster1.xml" Id="R5f12d80d17f445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3cdbc41080408d" /><Relationship Type="http://schemas.openxmlformats.org/officeDocument/2006/relationships/notesMaster" Target="/ppt/notesMasters/notesMaster1.xml" Id="Rbcc91a73354046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cd97691d2944de" /><Relationship Type="http://schemas.openxmlformats.org/officeDocument/2006/relationships/notesMaster" Target="/ppt/notesMasters/notesMaster1.xml" Id="R4fbee391c7c54f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e58e2860ff4dab" /><Relationship Type="http://schemas.openxmlformats.org/officeDocument/2006/relationships/notesMaster" Target="/ppt/notesMasters/notesMaster1.xml" Id="R437c36299afd4a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44d24598bc4a51" /><Relationship Type="http://schemas.openxmlformats.org/officeDocument/2006/relationships/notesMaster" Target="/ppt/notesMasters/notesMaster1.xml" Id="Rc4cb7e2c619748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bc6c444fe34699" /><Relationship Type="http://schemas.openxmlformats.org/officeDocument/2006/relationships/notesMaster" Target="/ppt/notesMasters/notesMaster1.xml" Id="R10170e9ea29f44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e2b198a5dd4267" /><Relationship Type="http://schemas.openxmlformats.org/officeDocument/2006/relationships/notesMaster" Target="/ppt/notesMasters/notesMaster1.xml" Id="R9e9e68f479454a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cdb69d5a1a4a6a" /><Relationship Type="http://schemas.openxmlformats.org/officeDocument/2006/relationships/notesMaster" Target="/ppt/notesMasters/notesMaster1.xml" Id="R2dcab2c281a04f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1: Atmosphere AI</a:t>
            </a:r>
          </a:p>
          <a:p xmlns:a="http://schemas.openxmlformats.org/drawingml/2006/main">
            <a:r>
              <a:t>المدة: 25 ثانية</a:t>
            </a:r>
          </a:p>
          <a:p xmlns:a="http://schemas.openxmlformats.org/drawingml/2006/main">
            <a:r>
              <a:t/>
            </a:r>
          </a:p>
          <a:p xmlns:a="http://schemas.openxmlformats.org/drawingml/2006/main">
            <a:r>
              <a:t>إحنا متعودين نفتح تطبيق الطقس علشان نعرف درجة الحرارة، لكن فيه سؤال تاني مهم: الهوا اللي هنتنفسه عامل إزاي؟ من هنا بدأت فكرة Atmosphere AI، منصة بتساعدنا نتابع جودة الهواء ونفهم تغيّرها، وبتستخدم الماشين ليرننج علشان تتوقّع تركيز التلوث خلال التلات أيام الجايين. في الدقايق دي هوريكم الفكرة، وتجربة الاستخدام، والموديل اللي وراها.</a:t>
            </a:r>
          </a:p>
          <a:p xmlns:a="http://schemas.openxmlformats.org/drawingml/2006/main">
            <a:r>
              <a:t/>
            </a:r>
          </a:p>
          <a:p xmlns:a="http://schemas.openxmlformats.org/drawingml/2006/main">
            <a:r>
              <a:t>إشارة أثناء العرض: ابدأ بالسؤال، ثم قدّم اسم المشروع.</a:t>
            </a:r>
          </a:p>
          <a:p xmlns:a="http://schemas.openxmlformats.org/drawingml/2006/main">
            <a:r>
              <a:t/>
            </a:r>
          </a:p>
          <a:p xmlns:a="http://schemas.openxmlformats.org/drawingml/2006/main">
            <a:r>
              <a:t>المصادر (لا تُقرأ): README.md; docs/BUILD_SPEC.md</a:t>
            </a:r>
          </a:p>
          <a:p xmlns:a="http://schemas.openxmlformats.org/drawingml/2006/main">
            <a:br/>
            <a:r>
              <a:t>صورة الغلاف: رسم توضيحي مولّد باستخدام ImageGen، وليست بيانات أو صورة رصد للأرض.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2: المشكلة: أرقام تحتاج إلى سياق</a:t>
            </a:r>
          </a:p>
          <a:p xmlns:a="http://schemas.openxmlformats.org/drawingml/2006/main">
            <a:r>
              <a:t>المدة: 35 ثانية</a:t>
            </a:r>
          </a:p>
          <a:p xmlns:a="http://schemas.openxmlformats.org/drawingml/2006/main">
            <a:r>
              <a:t/>
            </a:r>
          </a:p>
          <a:p xmlns:a="http://schemas.openxmlformats.org/drawingml/2006/main">
            <a:r>
              <a:t>المشكلة إن رقم التلوث لوحده مش كفاية. لما أشوف قراءة لمدينة، محتاج أعرف القراءة دي كانت إمتى، وهل المستوى بيزيد ولا بيقل، وإيه المتوقع بعد كده. وده يهم أي حد عايز يتابع البيئة حواليه أو يخطّط لنشاطه برّه البيت. الفكرة هنا إننا نعرض الرقم في سياقه: تاريخ، واتجاه، ومصدر واضح. ونخلّي استكشاف المعلومات دي سهل، حتى من الموبايل، مع توضيح إن التوقّعات تقديرية ومش بديل عن التحذيرات الصحية الرسمية.</a:t>
            </a:r>
          </a:p>
          <a:p xmlns:a="http://schemas.openxmlformats.org/drawingml/2006/main">
            <a:r>
              <a:t/>
            </a:r>
          </a:p>
          <a:p xmlns:a="http://schemas.openxmlformats.org/drawingml/2006/main">
            <a:r>
              <a:t>إشارة أثناء العرض: أشر إلى تغيّر القراءات في شاشة الموبايل.</a:t>
            </a:r>
          </a:p>
          <a:p xmlns:a="http://schemas.openxmlformats.org/drawingml/2006/main">
            <a:r>
              <a:t/>
            </a:r>
          </a:p>
          <a:p xmlns:a="http://schemas.openxmlformats.org/drawingml/2006/main">
            <a:r>
              <a:t>المصادر (لا تُقرأ): frontend/features/city-intelligence.tsx; docs/LIMITATIONS.md; docs/screenshots/city-mobile.png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3: تجربة المستخدم</a:t>
            </a:r>
          </a:p>
          <a:p xmlns:a="http://schemas.openxmlformats.org/drawingml/2006/main">
            <a:r>
              <a:t>المدة: 45 ثانية</a:t>
            </a:r>
          </a:p>
          <a:p xmlns:a="http://schemas.openxmlformats.org/drawingml/2006/main">
            <a:r>
              <a:t/>
            </a:r>
          </a:p>
          <a:p xmlns:a="http://schemas.openxmlformats.org/drawingml/2006/main">
            <a:r>
              <a:t>دي لقطة فعلية من التطبيق. المستخدم بيبدأ باختيار مدينة من البحث أو الخريطة، وبعدها بيشوف قراءات الملوثات المتاحة ومصدرها وتوقيتها. يقدر يدخل على صفحة المدينة علشان يتابع التاريخ والطقس والأنماط اليومية، أو يقارن بين مدينتين لحد خمس مدن. وفيه كمان شاشة للتوقّعات، وشاشة لفحص البيانات، وصفحة بتعرض أداء الموديلات وحالة النظام. يعني المستخدم يقدر يبدأ بنظرة عامة، وبعدها يدخل في التفاصيل اللي تهمه. والواجهة بتدعم الوضع الفاتح والداكن، وبتتكيّف مع الموبايل، وبتوضّح البيانات الناقصة بدل ما تعرض أرقام مش موجودة.</a:t>
            </a:r>
          </a:p>
          <a:p xmlns:a="http://schemas.openxmlformats.org/drawingml/2006/main">
            <a:r>
              <a:t/>
            </a:r>
          </a:p>
          <a:p xmlns:a="http://schemas.openxmlformats.org/drawingml/2006/main">
            <a:r>
              <a:t>إشارة أثناء العرض: أشر إلى البحث، ثم الخريطة، ثم قراءات المدينة.</a:t>
            </a:r>
          </a:p>
          <a:p xmlns:a="http://schemas.openxmlformats.org/drawingml/2006/main">
            <a:r>
              <a:t/>
            </a:r>
          </a:p>
          <a:p xmlns:a="http://schemas.openxmlformats.org/drawingml/2006/main">
            <a:r>
              <a:t>المصادر (لا تُقرأ): frontend/features; README.md; docs/screenshots/overview-dark.png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4: ما الذي يتوقّعه الموديل؟</a:t>
            </a:r>
          </a:p>
          <a:p xmlns:a="http://schemas.openxmlformats.org/drawingml/2006/main">
            <a:r>
              <a:t>المدة: 45 ثانية</a:t>
            </a:r>
          </a:p>
          <a:p xmlns:a="http://schemas.openxmlformats.org/drawingml/2006/main">
            <a:r>
              <a:t/>
            </a:r>
          </a:p>
          <a:p xmlns:a="http://schemas.openxmlformats.org/drawingml/2006/main">
            <a:r>
              <a:t>قلب المشروع هو توقّع تركيز PM2.5، ودي جسيمات دقيقة موجودة في الهواء. الموديل بيطلع اتنين وسبعين توقّع، توقّع لكل ساعة، بوحدة ميكروجرام لكل متر مكعب. في الرسم، الجزء التاريخي بيعرض تقديرات المصدر السابقة، والخط المتقطّع بيعرض توقّعات الموديل. الصورة هنا بتعرض أول أربع وعشرين ساعة من الأفق المتاح. المستخدم يقدر يشوف القمة المتوقعة وموعدها والمتوسط، وكمان يراجع كل ساعة في جدول. والنسخة الحالية بتركّز على PM2.5، فمش بنقدّم الرقم على إنه مؤشر جودة هواء شامل لكل الملوثات.</a:t>
            </a:r>
          </a:p>
          <a:p xmlns:a="http://schemas.openxmlformats.org/drawingml/2006/main">
            <a:r>
              <a:t/>
            </a:r>
          </a:p>
          <a:p xmlns:a="http://schemas.openxmlformats.org/drawingml/2006/main">
            <a:r>
              <a:t>إشارة أثناء العرض: وضّح الفرق بين الخط التاريخي والخط المتقطع. الصورة تعرض أول 24 ساعة فقط.</a:t>
            </a:r>
          </a:p>
          <a:p xmlns:a="http://schemas.openxmlformats.org/drawingml/2006/main">
            <a:r>
              <a:t/>
            </a:r>
          </a:p>
          <a:p xmlns:a="http://schemas.openxmlformats.org/drawingml/2006/main">
            <a:r>
              <a:t>المصادر (لا تُقرأ): backend/app/ml/inference.py; frontend/features/forecast-studio.tsx; docs/screenshots/forecast-studio.png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5: كيف يعمل المشروع؟</a:t>
            </a:r>
          </a:p>
          <a:p xmlns:a="http://schemas.openxmlformats.org/drawingml/2006/main">
            <a:r>
              <a:t>المدة: 45 ثانية</a:t>
            </a:r>
          </a:p>
          <a:p xmlns:a="http://schemas.openxmlformats.org/drawingml/2006/main">
            <a:r>
              <a:t/>
            </a:r>
          </a:p>
          <a:p xmlns:a="http://schemas.openxmlformats.org/drawingml/2006/main">
            <a:r>
              <a:t>وراء الواجهة فيه مسار واضح للبيانات. بنجمع بيانات جودة الهواء من Open-Meteo وCAMS، ونخزّنها في قاعدة بيانات، وبعدها بنجهّز معلومات يتعلّم منها الموديل. زي تركيز التلوث في الساعات السابقة، ومتوسط آخر يوم، واتجاه التغيّر، مع الوقت وموقع المدينة. استخدمنا حوالي سبعين ألف قراءة بالساعة من تمن مدن خلال سنة تقريبًا. جرّبنا أربع خوارزميات، وقارنّاها بطريقتين بسيطتين كخط أساس. التدريب بيحصل بشكل منفصل، وبعدها التطبيق بيحمّل الموديل المحفوظ ويستخدمه لإنتاج التوقّعات. بيانات الطقس معروضة للمستخدم، لكنها مش داخلة في موديل النسخة الحالية.</a:t>
            </a:r>
          </a:p>
          <a:p xmlns:a="http://schemas.openxmlformats.org/drawingml/2006/main">
            <a:r>
              <a:t/>
            </a:r>
          </a:p>
          <a:p xmlns:a="http://schemas.openxmlformats.org/drawingml/2006/main">
            <a:r>
              <a:t>إشارة أثناء العرض: اتبع الخطوات من اليمين إلى اليسار، ثم اذكر حجم البيانات.</a:t>
            </a:r>
          </a:p>
          <a:p xmlns:a="http://schemas.openxmlformats.org/drawingml/2006/main">
            <a:r>
              <a:t/>
            </a:r>
          </a:p>
          <a:p xmlns:a="http://schemas.openxmlformats.org/drawingml/2006/main">
            <a:r>
              <a:t>المصادر (لا تُقرأ): docs/ARCHITECTURE.md; docs/ML_METHODOLOGY.md; docs/ML_EVALUATION.json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6: نتائج قابلة للقياس</a:t>
            </a:r>
          </a:p>
          <a:p xmlns:a="http://schemas.openxmlformats.org/drawingml/2006/main">
            <a:r>
              <a:t>المدة: 45 ثانية</a:t>
            </a:r>
          </a:p>
          <a:p xmlns:a="http://schemas.openxmlformats.org/drawingml/2006/main">
            <a:r>
              <a:t/>
            </a:r>
          </a:p>
          <a:p xmlns:a="http://schemas.openxmlformats.org/drawingml/2006/main">
            <a:r>
              <a:t>علشان نعرف هل الموديل بيضيف قيمة، لازم نقيسه على بيانات ما اتدرّبش عليها. استخدمنا تقسيم زمني: تدريب على فترة أقدم، وتحقق واختبار على فترات أحدث، مع فصل يمنع تداخل الأهداف. الموديل المختار كان LightGBM بناءً على نتيجة التحقق، وحقق متوسط خطأ حوالي تمانية فاصلة تمانية وخمسين ميكروجرام لكل متر مكعب في الاختبار. ده أقل بحوالي ستاشر في المية من افتراض استمرار آخر قراءة. ورغم إن XGBoost حقق خطأ اختبار أقل بفارق بسيط، ما غيّرناش الاختيار بعد رؤية الاختبار. النتائج دي تجربة على أرشيف تقديرات بيئية، والأداء بيختلف حسب المدينة.</a:t>
            </a:r>
          </a:p>
          <a:p xmlns:a="http://schemas.openxmlformats.org/drawingml/2006/main">
            <a:r>
              <a:t/>
            </a:r>
          </a:p>
          <a:p xmlns:a="http://schemas.openxmlformats.org/drawingml/2006/main">
            <a:r>
              <a:t>إشارة أثناء العرض: الأعمدة تعرض خطأ الاختبار. القيمة الأقل أفضل، وليست نسبة دقة.</a:t>
            </a:r>
          </a:p>
          <a:p xmlns:a="http://schemas.openxmlformats.org/drawingml/2006/main">
            <a:r>
              <a:t/>
            </a:r>
          </a:p>
          <a:p xmlns:a="http://schemas.openxmlformats.org/drawingml/2006/main">
            <a:r>
              <a:t>المصادر (لا تُقرأ): docs/ML_EVALUATION.json. Reduction = (10.269009687208216 - 8.578506796855406) / 10.269009687208216 = 16.46%.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7: حدود النسخة الحالية</a:t>
            </a:r>
          </a:p>
          <a:p xmlns:a="http://schemas.openxmlformats.org/drawingml/2006/main">
            <a:r>
              <a:t>المدة: 35 ثانية</a:t>
            </a:r>
          </a:p>
          <a:p xmlns:a="http://schemas.openxmlformats.org/drawingml/2006/main">
            <a:r>
              <a:t/>
            </a:r>
          </a:p>
          <a:p xmlns:a="http://schemas.openxmlformats.org/drawingml/2006/main">
            <a:r>
              <a:t>مهم أوضّح حدود النسخة الحالية. البحث عن المدن عالمي، لكن التوقّعات متاحة لسبع مدن اتدرّب عليها الموديل، واحتفظنا بنيروبي كمدينة منفصلة للتقييم. كمان البيانات المستخدمة تقديرات من نماذج بيئية، مش قياسات مباشرة من محطات أرضية. ولسه مفيش نطاقات ثقة معايرة حوالين التوقّعات، ومفيش توقعات PM10 أو حساب AQI. الأجزاء دي واضحة في المشروع، علشان المستخدم يقدر يميّز بين الموجود فعلًا والتطوير اللي لسه محتاج شغل وتقييم.</a:t>
            </a:r>
          </a:p>
          <a:p xmlns:a="http://schemas.openxmlformats.org/drawingml/2006/main">
            <a:r>
              <a:t/>
            </a:r>
          </a:p>
          <a:p xmlns:a="http://schemas.openxmlformats.org/drawingml/2006/main">
            <a:r>
              <a:t>إشارة أثناء العرض: افصل بوضوح بين البحث العالمي والتغطية الفعلية للتوقعات.</a:t>
            </a:r>
          </a:p>
          <a:p xmlns:a="http://schemas.openxmlformats.org/drawingml/2006/main">
            <a:r>
              <a:t/>
            </a:r>
          </a:p>
          <a:p xmlns:a="http://schemas.openxmlformats.org/drawingml/2006/main">
            <a:r>
              <a:t>المصادر (لا تُقرأ): docs/LIMITATIONS.md; docs/IMPLEMENTATION_STATUS.md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الشريحة 8: الخطوة الجاية</a:t>
            </a:r>
          </a:p>
          <a:p xmlns:a="http://schemas.openxmlformats.org/drawingml/2006/main">
            <a:r>
              <a:t>المدة: 25 ثانية</a:t>
            </a:r>
          </a:p>
          <a:p xmlns:a="http://schemas.openxmlformats.org/drawingml/2006/main">
            <a:r>
              <a:t/>
            </a:r>
          </a:p>
          <a:p xmlns:a="http://schemas.openxmlformats.org/drawingml/2006/main">
            <a:r>
              <a:t>الخطوة الجاية هي توسيع تغطية المدن، وإضافة قياسات من محطات، ومعايرة عدم اليقين في التوقّعات، وبعدها تجهيز نسخة منشورة للاستخدام. والكود موجود على GitHub. بالنسبة لي، قيمة Atmosphere AI إنه بيجمع دورة كاملة: بيانات حقيقية من مصدر معروف، وموديل بنتحقق من أدائه، وواجهة بتقدّم النتيجة بشكل مفهوم. الهدف إننا نفهم جودة الهواء النهارده، ونستعد بشكل أفضل للتغيّر المتوقع بكرة. شكرًا ليكم.</a:t>
            </a:r>
          </a:p>
          <a:p xmlns:a="http://schemas.openxmlformats.org/drawingml/2006/main">
            <a:r>
              <a:t/>
            </a:r>
          </a:p>
          <a:p xmlns:a="http://schemas.openxmlformats.org/drawingml/2006/main">
            <a:r>
              <a:t>إشارة أثناء العرض: اختم بالقيمة الأساسية، واترك رابط GitHub ظاهرًا.</a:t>
            </a:r>
          </a:p>
          <a:p xmlns:a="http://schemas.openxmlformats.org/drawingml/2006/main">
            <a:r>
              <a:t/>
            </a:r>
          </a:p>
          <a:p xmlns:a="http://schemas.openxmlformats.org/drawingml/2006/main">
            <a:r>
              <a:t>المصادر (لا تُقرأ): docs/IMPLEMENTATION_STATUS.md; https://github.com/mosv7/atmosphere-ai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b773173ec043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653e923c0b45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7a958c854143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5e75d261e84e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b6d1eef60148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5cf3b0d07f44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568A2F-8B66-422D-A86F-D6FEABA62D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BEDC7D-97BD-4A9B-BFC2-80C688B49F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8B6BBB-B6A8-4F17-A8F3-1B084CEB34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343081-3D75-48DF-9CC1-8CB1D9F858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C209B-7921-4C3F-8549-8BF50DD7D0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2360F8-89E6-408B-A23C-A00E82F9E0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4B82BC-454D-47BE-89FA-9294B2DA0B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F18C1F-E41B-4DD4-8E37-EA841A85F5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BA79B1-C39D-4F74-8B69-EFA2DFDBCE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492AD6-6CD3-45D6-B8AF-97C0BC5AC8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b40c29550d45d7" /><Relationship Type="http://schemas.openxmlformats.org/officeDocument/2006/relationships/slideLayout" Target="/ppt/slideLayouts/slideLayout1.xml" Id="Rc8cc3a5753e14daa" /><Relationship Type="http://schemas.openxmlformats.org/officeDocument/2006/relationships/slideLayout" Target="/ppt/slideLayouts/slideLayout2.xml" Id="R6a1dcc1232244580" /><Relationship Type="http://schemas.openxmlformats.org/officeDocument/2006/relationships/slideLayout" Target="/ppt/slideLayouts/slideLayout3.xml" Id="Rcff8b61cb68747ed" /><Relationship Type="http://schemas.openxmlformats.org/officeDocument/2006/relationships/slideLayout" Target="/ppt/slideLayouts/slideLayout4.xml" Id="Ra55ae368aea9479b" /><Relationship Type="http://schemas.openxmlformats.org/officeDocument/2006/relationships/slideLayout" Target="/ppt/slideLayouts/slideLayout5.xml" Id="R010f1548aea440ee" /><Relationship Type="http://schemas.openxmlformats.org/officeDocument/2006/relationships/slideLayout" Target="/ppt/slideLayouts/slideLayout6.xml" Id="R9a919a2245b748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cc3a5753e14daa"/>
    <p:sldLayoutId xmlns:r="http://schemas.openxmlformats.org/officeDocument/2006/relationships" id="2147483650" r:id="R6a1dcc1232244580"/>
    <p:sldLayoutId xmlns:r="http://schemas.openxmlformats.org/officeDocument/2006/relationships" id="2147483651" r:id="Rcff8b61cb68747ed"/>
    <p:sldLayoutId xmlns:r="http://schemas.openxmlformats.org/officeDocument/2006/relationships" id="2147483652" r:id="Ra55ae368aea9479b"/>
    <p:sldLayoutId xmlns:r="http://schemas.openxmlformats.org/officeDocument/2006/relationships" id="2147483653" r:id="R010f1548aea440ee"/>
    <p:sldLayoutId xmlns:r="http://schemas.openxmlformats.org/officeDocument/2006/relationships" id="2147483654" r:id="R9a919a2245b748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dd1d73d1a944ef" /><Relationship Type="http://schemas.openxmlformats.org/officeDocument/2006/relationships/image" Target="/ppt/media/image.png" Id="R79df40817230495f" /><Relationship Type="http://schemas.openxmlformats.org/officeDocument/2006/relationships/notesSlide" Target="/ppt/notesSlides/notesSlide1.xml" Id="R58805f4dc5d245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925fd20da1416c" /><Relationship Type="http://schemas.openxmlformats.org/officeDocument/2006/relationships/image" Target="/ppt/media/image2.png" Id="R80608594d93e4c84" /><Relationship Type="http://schemas.openxmlformats.org/officeDocument/2006/relationships/notesSlide" Target="/ppt/notesSlides/notesSlide2.xml" Id="Re58747a2687947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087a7683124037" /><Relationship Type="http://schemas.openxmlformats.org/officeDocument/2006/relationships/image" Target="/ppt/media/image3.png" Id="Ra264f8efdc7a4f5c" /><Relationship Type="http://schemas.openxmlformats.org/officeDocument/2006/relationships/notesSlide" Target="/ppt/notesSlides/notesSlide3.xml" Id="R574c51b5d215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eb48ece27d44f3" /><Relationship Type="http://schemas.openxmlformats.org/officeDocument/2006/relationships/image" Target="/ppt/media/image4.png" Id="R1575298e03764213" /><Relationship Type="http://schemas.openxmlformats.org/officeDocument/2006/relationships/notesSlide" Target="/ppt/notesSlides/notesSlide4.xml" Id="R89e285b0b95d40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833e8dba4c4375" /><Relationship Type="http://schemas.openxmlformats.org/officeDocument/2006/relationships/notesSlide" Target="/ppt/notesSlides/notesSlide5.xml" Id="Ra8f61cc44f8f4f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043ac14d854c8b" /><Relationship Type="http://schemas.openxmlformats.org/officeDocument/2006/relationships/chart" Target="/ppt/slides/charts/chart1.xml" Id="R04a8e4422ba74e1d" /><Relationship Type="http://schemas.openxmlformats.org/officeDocument/2006/relationships/notesSlide" Target="/ppt/notesSlides/notesSlide6.xml" Id="Rcc0ce0581abf4a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9dbb7eea3b4064" /><Relationship Type="http://schemas.openxmlformats.org/officeDocument/2006/relationships/notesSlide" Target="/ppt/notesSlides/notesSlide7.xml" Id="R2a0107fba20b48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9bfe20878e40e6" /><Relationship Type="http://schemas.openxmlformats.org/officeDocument/2006/relationships/notesSlide" Target="/ppt/notesSlides/notesSlide8.xml" Id="Rf51934f33b2f4e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MAE</c:v>
          </c:tx>
          <c:spPr>
            <a:solidFill xmlns:a="http://schemas.openxmlformats.org/drawingml/2006/main">
              <a:srgbClr val="7BDCF2"/>
            </a:solidFill>
          </c:spPr>
          <c:invertIfNegative val="0"/>
          <c:dPt>
            <c:idx val="4"/>
            <c:invertIfNegative val="0"/>
            <c:spPr>
              <a:solidFill xmlns:a="http://schemas.openxmlformats.org/drawingml/2006/main">
                <a:srgbClr val="40E0B0"/>
              </a:solidFill>
            </c:spPr>
          </c:dPt>
          <c:cat>
            <c:strRef>
              <c:f>'Chart Data'!$A$2:$A$7</c:f>
              <c:strCache>
                <c:ptCount val="6"/>
                <c:pt idx="0">
                  <c:v>Persistence</c:v>
                </c:pt>
                <c:pt idx="1">
                  <c:v>Seasonal naive</c:v>
                </c:pt>
                <c:pt idx="2">
                  <c:v>Ridge</c:v>
                </c:pt>
                <c:pt idx="3">
                  <c:v>Random Forest</c:v>
                </c:pt>
                <c:pt idx="4">
                  <c:v>LightGBM</c:v>
                </c:pt>
                <c:pt idx="5">
                  <c:v>XGBoost</c:v>
                </c:pt>
              </c:strCache>
            </c:strRef>
          </c:cat>
          <c:val>
            <c:numRef>
              <c:f>'Chart Data'!$B$2:$B$7</c:f>
              <c:numCache>
                <c:formatCode>General</c:formatCode>
                <c:ptCount val="6"/>
                <c:pt idx="0">
                  <c:v>10.27</c:v>
                </c:pt>
                <c:pt idx="1">
                  <c:v>9.92</c:v>
                </c:pt>
                <c:pt idx="2">
                  <c:v>9.65</c:v>
                </c:pt>
                <c:pt idx="3">
                  <c:v>8.92</c:v>
                </c:pt>
                <c:pt idx="4">
                  <c:v>8.58</c:v>
                </c:pt>
                <c:pt idx="5">
                  <c:v>8.5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F4F8FC"/>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F4F8FC"/>
                </a:solidFill>
                <a:latin typeface="Arial"/>
                <a:ea typeface="Arial"/>
                <a:cs typeface="Arial"/>
              </a:defRPr>
            </a:pPr>
          </a:p>
        </c:txPr>
        <c:crossAx val="48672768"/>
      </c:catAx>
      <c:valAx>
        <c:axId val="48672768"/>
        <c:scaling>
          <c:orientation val="minMax"/>
          <c:max val="12"/>
          <c:min val="0"/>
        </c:scaling>
        <c:delete val="0"/>
        <c:axPos val="b"/>
        <c:majorGridlines>
          <c:spPr>
            <a:ln xmlns:a="http://schemas.openxmlformats.org/drawingml/2006/main" w="9525">
              <a:solidFill>
                <a:srgbClr val="29404D"/>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A8BEC9"/>
                </a:solidFill>
                <a:latin typeface="Arial"/>
                <a:ea typeface="Arial"/>
                <a:cs typeface="Arial"/>
              </a:defRPr>
            </a:pPr>
          </a:p>
        </c:txPr>
        <c:crossAx val="48650112"/>
        <c:crossBetween val="between"/>
        <c:majorUnit val="3"/>
      </c:valAx>
      <c:spPr>
        <a:solidFill xmlns:a="http://schemas.openxmlformats.org/drawingml/2006/main">
          <a:srgbClr val="07131D"/>
        </a:solidFill>
      </c:spPr>
    </c:plotArea>
    <c:plotVisOnly val="1"/>
  </c:chart>
  <c:spPr>
    <a:solidFill xmlns:a="http://schemas.openxmlformats.org/drawingml/2006/main">
      <a:srgbClr val="07131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31D"/>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B38A748D-BB46-4B6A-84F0-726C5C1E14AC}"/>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A8BEC9"/>
                </a:solidFill>
                <a:latin typeface="Arial"/>
                <a:ea typeface="Arial"/>
                <a:cs typeface="Arial"/>
              </a:defRPr>
            </a:defPPr>
          </a:lstStyle>
          <a:p xmlns:a="http://schemas.openxmlformats.org/drawingml/2006/main">
            <a:pPr algn="l">
              <a:defRPr sz="1275" b="0">
                <a:solidFill>
                  <a:srgbClr val="A8BEC9"/>
                </a:solidFill>
                <a:latin typeface="Arial"/>
                <a:ea typeface="Arial"/>
                <a:cs typeface="Arial"/>
              </a:defRPr>
            </a:pPr>
            <a:r>
              <a:rPr sz="1275" b="0">
                <a:solidFill>
                  <a:srgbClr val="A8BEC9"/>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FC8B0580-0DD2-4740-AA35-6F3739C0E631}"/>
              </a:ext>
            </a:extLst>
          </p:cNvPr>
          <p:cNvPicPr>
            <a:picLocks xmlns:a="http://schemas.openxmlformats.org/drawingml/2006/main" noChangeAspect="1"/>
          </p:cNvPicPr>
          <p:nvPr/>
        </p:nvPicPr>
        <p:blipFill>
          <a:blip xmlns:r="http://schemas.openxmlformats.org/officeDocument/2006/relationships" xmlns:a="http://schemas.openxmlformats.org/drawingml/2006/main" r:embed="R79df4081723049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98F0D971-4E16-456F-B26F-53334E0D442A}"/>
              </a:ext>
            </a:extLst>
          </p:cNvPr>
          <p:cNvSpPr>
            <a:spLocks xmlns:a="http://schemas.openxmlformats.org/drawingml/2006/main" noGrp="1"/>
          </p:cNvSpPr>
          <p:nvPr/>
        </p:nvSpPr>
        <p:spPr>
          <a:xfrm xmlns:a="http://schemas.openxmlformats.org/drawingml/2006/main">
            <a:off x="6191250" y="17811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5100" b="1">
                <a:solidFill>
                  <a:srgbClr val="F4F8FC"/>
                </a:solidFill>
                <a:latin typeface="Arial"/>
                <a:ea typeface="Arial"/>
                <a:cs typeface="Arial"/>
              </a:defRPr>
            </a:defPPr>
          </a:lstStyle>
          <a:p xmlns:a="http://schemas.openxmlformats.org/drawingml/2006/main">
            <a:pPr algn="r">
              <a:defRPr sz="5100" b="1">
                <a:solidFill>
                  <a:srgbClr val="F4F8FC"/>
                </a:solidFill>
                <a:latin typeface="Arial"/>
                <a:ea typeface="Arial"/>
                <a:cs typeface="Arial"/>
              </a:defRPr>
            </a:pPr>
            <a:r>
              <a:rPr sz="5100" b="1">
                <a:solidFill>
                  <a:srgbClr val="F4F8FC"/>
                </a:solidFill>
                <a:latin typeface="Arial"/>
                <a:ea typeface="Arial"/>
                <a:cs typeface="Arial"/>
              </a:rPr>
              <a:t>ATMOSPHERE</a:t>
            </a:r>
          </a:p>
        </p:txBody>
      </p:sp>
      <p:sp>
        <p:nvSpPr>
          <p:cNvPr id="4" name="text-3">
            <a:extLst xmlns:a="http://schemas.openxmlformats.org/drawingml/2006/main">
              <a:ext uri="{FF2B5EF4-FFF2-40B4-BE49-F238E27FC236}">
                <a16:creationId xmlns:a16="http://schemas.microsoft.com/office/drawing/2014/main" id="{8F2193F0-A50E-4748-B470-B4BFD59CD2B8}"/>
              </a:ext>
            </a:extLst>
          </p:cNvPr>
          <p:cNvSpPr>
            <a:spLocks xmlns:a="http://schemas.openxmlformats.org/drawingml/2006/main" noGrp="1"/>
          </p:cNvSpPr>
          <p:nvPr/>
        </p:nvSpPr>
        <p:spPr>
          <a:xfrm xmlns:a="http://schemas.openxmlformats.org/drawingml/2006/main">
            <a:off x="8953500" y="25146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6600" b="1">
                <a:solidFill>
                  <a:srgbClr val="40E0B0"/>
                </a:solidFill>
                <a:latin typeface="Arial"/>
                <a:ea typeface="Arial"/>
                <a:cs typeface="Arial"/>
              </a:defRPr>
            </a:defPPr>
          </a:lstStyle>
          <a:p xmlns:a="http://schemas.openxmlformats.org/drawingml/2006/main">
            <a:pPr algn="r">
              <a:defRPr sz="6600" b="1">
                <a:solidFill>
                  <a:srgbClr val="40E0B0"/>
                </a:solidFill>
                <a:latin typeface="Arial"/>
                <a:ea typeface="Arial"/>
                <a:cs typeface="Arial"/>
              </a:defRPr>
            </a:pPr>
            <a:r>
              <a:rPr sz="6600" b="1">
                <a:solidFill>
                  <a:srgbClr val="40E0B0"/>
                </a:solidFill>
                <a:latin typeface="Arial"/>
                <a:ea typeface="Arial"/>
                <a:cs typeface="Arial"/>
              </a:rPr>
              <a:t>AI</a:t>
            </a:r>
          </a:p>
        </p:txBody>
      </p:sp>
      <p:sp>
        <p:nvSpPr>
          <p:cNvPr id="5" name="text-4">
            <a:extLst xmlns:a="http://schemas.openxmlformats.org/drawingml/2006/main">
              <a:ext uri="{FF2B5EF4-FFF2-40B4-BE49-F238E27FC236}">
                <a16:creationId xmlns:a16="http://schemas.microsoft.com/office/drawing/2014/main" id="{5D76BA9A-0B07-4E8F-9904-F91F51F3CA8E}"/>
              </a:ext>
            </a:extLst>
          </p:cNvPr>
          <p:cNvSpPr>
            <a:spLocks xmlns:a="http://schemas.openxmlformats.org/drawingml/2006/main" noGrp="1"/>
          </p:cNvSpPr>
          <p:nvPr/>
        </p:nvSpPr>
        <p:spPr>
          <a:xfrm xmlns:a="http://schemas.openxmlformats.org/drawingml/2006/main">
            <a:off x="11134725" y="3838575"/>
            <a:ext cx="3714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550" b="0">
                <a:solidFill>
                  <a:srgbClr val="F4F8FC"/>
                </a:solidFill>
                <a:latin typeface="Arial"/>
                <a:ea typeface="Arial"/>
                <a:cs typeface="Arial"/>
              </a:defRPr>
            </a:defPPr>
          </a:lstStyle>
          <a:p xmlns:a="http://schemas.openxmlformats.org/drawingml/2006/main">
            <a:pPr algn="ctr">
              <a:defRPr sz="2550" b="0">
                <a:solidFill>
                  <a:srgbClr val="F4F8FC"/>
                </a:solidFill>
                <a:latin typeface="Arial"/>
                <a:ea typeface="Arial"/>
                <a:cs typeface="Arial"/>
              </a:defRPr>
            </a:pPr>
            <a:r>
              <a:rPr sz="2550" b="0">
                <a:solidFill>
                  <a:srgbClr val="F4F8FC"/>
                </a:solidFill>
                <a:latin typeface="Arial"/>
                <a:ea typeface="Arial"/>
                <a:cs typeface="Arial"/>
              </a:rPr>
              <a:t>فهم</a:t>
            </a:r>
          </a:p>
        </p:txBody>
      </p:sp>
      <p:sp>
        <p:nvSpPr>
          <p:cNvPr id="6" name="text-5">
            <a:extLst xmlns:a="http://schemas.openxmlformats.org/drawingml/2006/main">
              <a:ext uri="{FF2B5EF4-FFF2-40B4-BE49-F238E27FC236}">
                <a16:creationId xmlns:a16="http://schemas.microsoft.com/office/drawing/2014/main" id="{9671C6E1-D99F-4DA0-9FFF-DFEE174C8BFD}"/>
              </a:ext>
            </a:extLst>
          </p:cNvPr>
          <p:cNvSpPr>
            <a:spLocks xmlns:a="http://schemas.openxmlformats.org/drawingml/2006/main" noGrp="1"/>
          </p:cNvSpPr>
          <p:nvPr/>
        </p:nvSpPr>
        <p:spPr>
          <a:xfrm xmlns:a="http://schemas.openxmlformats.org/drawingml/2006/main">
            <a:off x="10511219" y="3838575"/>
            <a:ext cx="5619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550" b="0">
                <a:solidFill>
                  <a:srgbClr val="F4F8FC"/>
                </a:solidFill>
                <a:latin typeface="Arial"/>
                <a:ea typeface="Arial"/>
                <a:cs typeface="Arial"/>
              </a:defRPr>
            </a:defPPr>
          </a:lstStyle>
          <a:p xmlns:a="http://schemas.openxmlformats.org/drawingml/2006/main">
            <a:pPr algn="ctr">
              <a:defRPr sz="2550" b="0">
                <a:solidFill>
                  <a:srgbClr val="F4F8FC"/>
                </a:solidFill>
                <a:latin typeface="Arial"/>
                <a:ea typeface="Arial"/>
                <a:cs typeface="Arial"/>
              </a:defRPr>
            </a:pPr>
            <a:r>
              <a:rPr sz="2550" b="0">
                <a:solidFill>
                  <a:srgbClr val="F4F8FC"/>
                </a:solidFill>
                <a:latin typeface="Arial"/>
                <a:ea typeface="Arial"/>
                <a:cs typeface="Arial"/>
              </a:rPr>
              <a:t>جودة</a:t>
            </a:r>
          </a:p>
        </p:txBody>
      </p:sp>
      <p:sp>
        <p:nvSpPr>
          <p:cNvPr id="7" name="text-6">
            <a:extLst xmlns:a="http://schemas.openxmlformats.org/drawingml/2006/main">
              <a:ext uri="{FF2B5EF4-FFF2-40B4-BE49-F238E27FC236}">
                <a16:creationId xmlns:a16="http://schemas.microsoft.com/office/drawing/2014/main" id="{37E43212-C58C-4E11-81C3-CB4E6F38C013}"/>
              </a:ext>
            </a:extLst>
          </p:cNvPr>
          <p:cNvSpPr>
            <a:spLocks xmlns:a="http://schemas.openxmlformats.org/drawingml/2006/main" noGrp="1"/>
          </p:cNvSpPr>
          <p:nvPr/>
        </p:nvSpPr>
        <p:spPr>
          <a:xfrm xmlns:a="http://schemas.openxmlformats.org/drawingml/2006/main">
            <a:off x="9792462" y="3838575"/>
            <a:ext cx="65722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550" b="0">
                <a:solidFill>
                  <a:srgbClr val="F4F8FC"/>
                </a:solidFill>
                <a:latin typeface="Arial"/>
                <a:ea typeface="Arial"/>
                <a:cs typeface="Arial"/>
              </a:defRPr>
            </a:defPPr>
          </a:lstStyle>
          <a:p xmlns:a="http://schemas.openxmlformats.org/drawingml/2006/main">
            <a:pPr algn="ctr">
              <a:defRPr sz="2550" b="0">
                <a:solidFill>
                  <a:srgbClr val="F4F8FC"/>
                </a:solidFill>
                <a:latin typeface="Arial"/>
                <a:ea typeface="Arial"/>
                <a:cs typeface="Arial"/>
              </a:defRPr>
            </a:pPr>
            <a:r>
              <a:rPr sz="2550" b="0">
                <a:solidFill>
                  <a:srgbClr val="F4F8FC"/>
                </a:solidFill>
                <a:latin typeface="Arial"/>
                <a:ea typeface="Arial"/>
                <a:cs typeface="Arial"/>
              </a:rPr>
              <a:t>الهواء</a:t>
            </a:r>
          </a:p>
        </p:txBody>
      </p:sp>
      <p:sp>
        <p:nvSpPr>
          <p:cNvPr id="8" name="text-7">
            <a:extLst xmlns:a="http://schemas.openxmlformats.org/drawingml/2006/main">
              <a:ext uri="{FF2B5EF4-FFF2-40B4-BE49-F238E27FC236}">
                <a16:creationId xmlns:a16="http://schemas.microsoft.com/office/drawing/2014/main" id="{85E19182-4075-4FA4-873F-4872AFFFA944}"/>
              </a:ext>
            </a:extLst>
          </p:cNvPr>
          <p:cNvSpPr>
            <a:spLocks xmlns:a="http://schemas.openxmlformats.org/drawingml/2006/main" noGrp="1"/>
          </p:cNvSpPr>
          <p:nvPr/>
        </p:nvSpPr>
        <p:spPr>
          <a:xfrm xmlns:a="http://schemas.openxmlformats.org/drawingml/2006/main">
            <a:off x="9083230" y="3838575"/>
            <a:ext cx="64770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550" b="0">
                <a:solidFill>
                  <a:srgbClr val="F4F8FC"/>
                </a:solidFill>
                <a:latin typeface="Arial"/>
                <a:ea typeface="Arial"/>
                <a:cs typeface="Arial"/>
              </a:defRPr>
            </a:defPPr>
          </a:lstStyle>
          <a:p xmlns:a="http://schemas.openxmlformats.org/drawingml/2006/main">
            <a:pPr algn="ctr">
              <a:defRPr sz="2550" b="0">
                <a:solidFill>
                  <a:srgbClr val="F4F8FC"/>
                </a:solidFill>
                <a:latin typeface="Arial"/>
                <a:ea typeface="Arial"/>
                <a:cs typeface="Arial"/>
              </a:defRPr>
            </a:pPr>
            <a:r>
              <a:rPr sz="2550" b="0">
                <a:solidFill>
                  <a:srgbClr val="F4F8FC"/>
                </a:solidFill>
                <a:latin typeface="Arial"/>
                <a:ea typeface="Arial"/>
                <a:cs typeface="Arial"/>
              </a:rPr>
              <a:t>وتوقّع</a:t>
            </a:r>
          </a:p>
        </p:txBody>
      </p:sp>
      <p:sp>
        <p:nvSpPr>
          <p:cNvPr id="9" name="text-8">
            <a:extLst xmlns:a="http://schemas.openxmlformats.org/drawingml/2006/main">
              <a:ext uri="{FF2B5EF4-FFF2-40B4-BE49-F238E27FC236}">
                <a16:creationId xmlns:a16="http://schemas.microsoft.com/office/drawing/2014/main" id="{0E82B51D-5DBC-462C-B487-525FAA343E03}"/>
              </a:ext>
            </a:extLst>
          </p:cNvPr>
          <p:cNvSpPr>
            <a:spLocks xmlns:a="http://schemas.openxmlformats.org/drawingml/2006/main" noGrp="1"/>
          </p:cNvSpPr>
          <p:nvPr/>
        </p:nvSpPr>
        <p:spPr>
          <a:xfrm xmlns:a="http://schemas.openxmlformats.org/drawingml/2006/main">
            <a:off x="8307324" y="3838575"/>
            <a:ext cx="7143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550" b="0">
                <a:solidFill>
                  <a:srgbClr val="F4F8FC"/>
                </a:solidFill>
                <a:latin typeface="Arial"/>
                <a:ea typeface="Arial"/>
                <a:cs typeface="Arial"/>
              </a:defRPr>
            </a:defPPr>
          </a:lstStyle>
          <a:p xmlns:a="http://schemas.openxmlformats.org/drawingml/2006/main">
            <a:pPr algn="ctr">
              <a:defRPr sz="2550" b="0">
                <a:solidFill>
                  <a:srgbClr val="F4F8FC"/>
                </a:solidFill>
                <a:latin typeface="Arial"/>
                <a:ea typeface="Arial"/>
                <a:cs typeface="Arial"/>
              </a:defRPr>
            </a:pPr>
            <a:r>
              <a:rPr sz="2550" b="0">
                <a:solidFill>
                  <a:srgbClr val="F4F8FC"/>
                </a:solidFill>
                <a:latin typeface="Arial"/>
                <a:ea typeface="Arial"/>
                <a:cs typeface="Arial"/>
              </a:rPr>
              <a:t>تغيّرها</a:t>
            </a:r>
          </a:p>
        </p:txBody>
      </p:sp>
      <p:sp>
        <p:nvSpPr>
          <p:cNvPr id="10" name="text-9">
            <a:extLst xmlns:a="http://schemas.openxmlformats.org/drawingml/2006/main">
              <a:ext uri="{FF2B5EF4-FFF2-40B4-BE49-F238E27FC236}">
                <a16:creationId xmlns:a16="http://schemas.microsoft.com/office/drawing/2014/main" id="{6B472D2A-08D7-4BCB-8821-2AAB3FC0B648}"/>
              </a:ext>
            </a:extLst>
          </p:cNvPr>
          <p:cNvSpPr>
            <a:spLocks xmlns:a="http://schemas.openxmlformats.org/drawingml/2006/main" noGrp="1"/>
          </p:cNvSpPr>
          <p:nvPr/>
        </p:nvSpPr>
        <p:spPr>
          <a:xfrm xmlns:a="http://schemas.openxmlformats.org/drawingml/2006/main">
            <a:off x="9715500" y="47148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2400" b="1">
                <a:solidFill>
                  <a:srgbClr val="7BDCF2"/>
                </a:solidFill>
                <a:latin typeface="Arial"/>
                <a:ea typeface="Arial"/>
                <a:cs typeface="Arial"/>
              </a:defRPr>
            </a:defPPr>
          </a:lstStyle>
          <a:p xmlns:a="http://schemas.openxmlformats.org/drawingml/2006/main">
            <a:pPr algn="r">
              <a:defRPr sz="2400" b="1">
                <a:solidFill>
                  <a:srgbClr val="7BDCF2"/>
                </a:solidFill>
                <a:latin typeface="Arial"/>
                <a:ea typeface="Arial"/>
                <a:cs typeface="Arial"/>
              </a:defRPr>
            </a:pPr>
            <a:r>
              <a:rPr sz="2400" b="1">
                <a:solidFill>
                  <a:srgbClr val="7BDCF2"/>
                </a:solidFill>
                <a:latin typeface="Arial"/>
                <a:ea typeface="Arial"/>
                <a:cs typeface="Arial"/>
              </a:rPr>
              <a:t>PM2.5</a:t>
            </a:r>
          </a:p>
        </p:txBody>
      </p:sp>
      <p:sp>
        <p:nvSpPr>
          <p:cNvPr id="11" name="text-10">
            <a:extLst xmlns:a="http://schemas.openxmlformats.org/drawingml/2006/main">
              <a:ext uri="{FF2B5EF4-FFF2-40B4-BE49-F238E27FC236}">
                <a16:creationId xmlns:a16="http://schemas.microsoft.com/office/drawing/2014/main" id="{CE574F68-940B-4FE9-8C5A-EF8DED32D7BC}"/>
              </a:ext>
            </a:extLst>
          </p:cNvPr>
          <p:cNvSpPr>
            <a:spLocks xmlns:a="http://schemas.openxmlformats.org/drawingml/2006/main" noGrp="1"/>
          </p:cNvSpPr>
          <p:nvPr/>
        </p:nvSpPr>
        <p:spPr>
          <a:xfrm xmlns:a="http://schemas.openxmlformats.org/drawingml/2006/main">
            <a:off x="10868025" y="5238750"/>
            <a:ext cx="63817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025" b="0">
                <a:solidFill>
                  <a:srgbClr val="A8BEC9"/>
                </a:solidFill>
                <a:latin typeface="Arial"/>
                <a:ea typeface="Arial"/>
                <a:cs typeface="Arial"/>
              </a:defRPr>
            </a:defPPr>
          </a:lstStyle>
          <a:p xmlns:a="http://schemas.openxmlformats.org/drawingml/2006/main">
            <a:pPr algn="ctr">
              <a:defRPr sz="2025" b="0">
                <a:solidFill>
                  <a:srgbClr val="A8BEC9"/>
                </a:solidFill>
                <a:latin typeface="Arial"/>
                <a:ea typeface="Arial"/>
                <a:cs typeface="Arial"/>
              </a:defRPr>
            </a:pPr>
            <a:r>
              <a:rPr sz="2025" b="0">
                <a:solidFill>
                  <a:srgbClr val="A8BEC9"/>
                </a:solidFill>
                <a:latin typeface="Arial"/>
                <a:ea typeface="Arial"/>
                <a:cs typeface="Arial"/>
              </a:rPr>
              <a:t>توقّعات</a:t>
            </a:r>
          </a:p>
        </p:txBody>
      </p:sp>
      <p:sp>
        <p:nvSpPr>
          <p:cNvPr id="12" name="text-11">
            <a:extLst xmlns:a="http://schemas.openxmlformats.org/drawingml/2006/main">
              <a:ext uri="{FF2B5EF4-FFF2-40B4-BE49-F238E27FC236}">
                <a16:creationId xmlns:a16="http://schemas.microsoft.com/office/drawing/2014/main" id="{A3816E6C-E5C0-4E9F-B7E2-CFDE5E5ADF5D}"/>
              </a:ext>
            </a:extLst>
          </p:cNvPr>
          <p:cNvSpPr>
            <a:spLocks xmlns:a="http://schemas.openxmlformats.org/drawingml/2006/main" noGrp="1"/>
          </p:cNvSpPr>
          <p:nvPr/>
        </p:nvSpPr>
        <p:spPr>
          <a:xfrm xmlns:a="http://schemas.openxmlformats.org/drawingml/2006/main">
            <a:off x="10161937" y="5238750"/>
            <a:ext cx="65722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025" b="0">
                <a:solidFill>
                  <a:srgbClr val="A8BEC9"/>
                </a:solidFill>
                <a:latin typeface="Arial"/>
                <a:ea typeface="Arial"/>
                <a:cs typeface="Arial"/>
              </a:defRPr>
            </a:defPPr>
          </a:lstStyle>
          <a:p xmlns:a="http://schemas.openxmlformats.org/drawingml/2006/main">
            <a:pPr algn="ctr">
              <a:defRPr sz="2025" b="0">
                <a:solidFill>
                  <a:srgbClr val="A8BEC9"/>
                </a:solidFill>
                <a:latin typeface="Arial"/>
                <a:ea typeface="Arial"/>
                <a:cs typeface="Arial"/>
              </a:defRPr>
            </a:pPr>
            <a:r>
              <a:rPr sz="2025" b="0">
                <a:solidFill>
                  <a:srgbClr val="A8BEC9"/>
                </a:solidFill>
                <a:latin typeface="Arial"/>
                <a:ea typeface="Arial"/>
                <a:cs typeface="Arial"/>
              </a:rPr>
              <a:t>بالساعة</a:t>
            </a:r>
          </a:p>
        </p:txBody>
      </p:sp>
      <p:sp>
        <p:nvSpPr>
          <p:cNvPr id="13" name="text-12">
            <a:extLst xmlns:a="http://schemas.openxmlformats.org/drawingml/2006/main">
              <a:ext uri="{FF2B5EF4-FFF2-40B4-BE49-F238E27FC236}">
                <a16:creationId xmlns:a16="http://schemas.microsoft.com/office/drawing/2014/main" id="{53F44E25-0E26-47B2-88B7-C323E4FFFEA6}"/>
              </a:ext>
            </a:extLst>
          </p:cNvPr>
          <p:cNvSpPr>
            <a:spLocks xmlns:a="http://schemas.openxmlformats.org/drawingml/2006/main" noGrp="1"/>
          </p:cNvSpPr>
          <p:nvPr/>
        </p:nvSpPr>
        <p:spPr>
          <a:xfrm xmlns:a="http://schemas.openxmlformats.org/drawingml/2006/main">
            <a:off x="9751123" y="5238750"/>
            <a:ext cx="36195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025" b="0">
                <a:solidFill>
                  <a:srgbClr val="A8BEC9"/>
                </a:solidFill>
                <a:latin typeface="Arial"/>
                <a:ea typeface="Arial"/>
                <a:cs typeface="Arial"/>
              </a:defRPr>
            </a:defPPr>
          </a:lstStyle>
          <a:p xmlns:a="http://schemas.openxmlformats.org/drawingml/2006/main">
            <a:pPr algn="ctr">
              <a:defRPr sz="2025" b="0">
                <a:solidFill>
                  <a:srgbClr val="A8BEC9"/>
                </a:solidFill>
                <a:latin typeface="Arial"/>
                <a:ea typeface="Arial"/>
                <a:cs typeface="Arial"/>
              </a:defRPr>
            </a:pPr>
            <a:r>
              <a:rPr sz="2025" b="0">
                <a:solidFill>
                  <a:srgbClr val="A8BEC9"/>
                </a:solidFill>
                <a:latin typeface="Arial"/>
                <a:ea typeface="Arial"/>
                <a:cs typeface="Arial"/>
              </a:rPr>
              <a:t>لمدة</a:t>
            </a:r>
          </a:p>
        </p:txBody>
      </p:sp>
      <p:sp>
        <p:nvSpPr>
          <p:cNvPr id="14" name="text-13">
            <a:extLst xmlns:a="http://schemas.openxmlformats.org/drawingml/2006/main">
              <a:ext uri="{FF2B5EF4-FFF2-40B4-BE49-F238E27FC236}">
                <a16:creationId xmlns:a16="http://schemas.microsoft.com/office/drawing/2014/main" id="{989E6EA2-E05D-4352-B250-86A587E855C0}"/>
              </a:ext>
            </a:extLst>
          </p:cNvPr>
          <p:cNvSpPr>
            <a:spLocks xmlns:a="http://schemas.openxmlformats.org/drawingml/2006/main" noGrp="1"/>
          </p:cNvSpPr>
          <p:nvPr/>
        </p:nvSpPr>
        <p:spPr>
          <a:xfrm xmlns:a="http://schemas.openxmlformats.org/drawingml/2006/main">
            <a:off x="9273635" y="5238750"/>
            <a:ext cx="42862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025" b="0">
                <a:solidFill>
                  <a:srgbClr val="A8BEC9"/>
                </a:solidFill>
                <a:latin typeface="Arial"/>
                <a:ea typeface="Arial"/>
                <a:cs typeface="Arial"/>
              </a:defRPr>
            </a:defPPr>
          </a:lstStyle>
          <a:p xmlns:a="http://schemas.openxmlformats.org/drawingml/2006/main">
            <a:pPr algn="ctr">
              <a:defRPr sz="2025" b="0">
                <a:solidFill>
                  <a:srgbClr val="A8BEC9"/>
                </a:solidFill>
                <a:latin typeface="Arial"/>
                <a:ea typeface="Arial"/>
                <a:cs typeface="Arial"/>
              </a:defRPr>
            </a:pPr>
            <a:r>
              <a:rPr sz="2025" b="0">
                <a:solidFill>
                  <a:srgbClr val="A8BEC9"/>
                </a:solidFill>
                <a:latin typeface="Arial"/>
                <a:ea typeface="Arial"/>
                <a:cs typeface="Arial"/>
              </a:rPr>
              <a:t>ثلاثة</a:t>
            </a:r>
          </a:p>
        </p:txBody>
      </p:sp>
      <p:sp>
        <p:nvSpPr>
          <p:cNvPr id="15" name="text-14">
            <a:extLst xmlns:a="http://schemas.openxmlformats.org/drawingml/2006/main">
              <a:ext uri="{FF2B5EF4-FFF2-40B4-BE49-F238E27FC236}">
                <a16:creationId xmlns:a16="http://schemas.microsoft.com/office/drawing/2014/main" id="{30F7EB4E-9947-4E42-AA71-0E901A5BF0F7}"/>
              </a:ext>
            </a:extLst>
          </p:cNvPr>
          <p:cNvSpPr>
            <a:spLocks xmlns:a="http://schemas.openxmlformats.org/drawingml/2006/main" noGrp="1"/>
          </p:cNvSpPr>
          <p:nvPr/>
        </p:nvSpPr>
        <p:spPr>
          <a:xfrm xmlns:a="http://schemas.openxmlformats.org/drawingml/2006/main">
            <a:off x="8910447" y="5238750"/>
            <a:ext cx="31432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025" b="0">
                <a:solidFill>
                  <a:srgbClr val="A8BEC9"/>
                </a:solidFill>
                <a:latin typeface="Arial"/>
                <a:ea typeface="Arial"/>
                <a:cs typeface="Arial"/>
              </a:defRPr>
            </a:defPPr>
          </a:lstStyle>
          <a:p xmlns:a="http://schemas.openxmlformats.org/drawingml/2006/main">
            <a:pPr algn="ctr">
              <a:defRPr sz="2025" b="0">
                <a:solidFill>
                  <a:srgbClr val="A8BEC9"/>
                </a:solidFill>
                <a:latin typeface="Arial"/>
                <a:ea typeface="Arial"/>
                <a:cs typeface="Arial"/>
              </a:defRPr>
            </a:pPr>
            <a:r>
              <a:rPr sz="2025" b="0">
                <a:solidFill>
                  <a:srgbClr val="A8BEC9"/>
                </a:solidFill>
                <a:latin typeface="Arial"/>
                <a:ea typeface="Arial"/>
                <a:cs typeface="Arial"/>
              </a:rPr>
              <a:t>أيام</a:t>
            </a:r>
          </a:p>
        </p:txBody>
      </p:sp>
    </p:spTree>
    <p:extLst>
      <p:ext uri="{BB962C8B-B14F-4D97-AF65-F5344CB8AC3E}">
        <p14:creationId xmlns:p14="http://schemas.microsoft.com/office/powerpoint/2010/main" val="1051934845"/>
      </p:ext>
    </p:extLst>
  </p:cSld>
</p:sld>
</file>

<file path=ppt/slides/slide2.xml><?xml version="1.0" encoding="utf-8"?>
<p:sld xmlns:p="http://schemas.openxmlformats.org/presentationml/2006/main">
  <p:cSld>
    <p:bg>
      <p:bgPr>
        <a:solidFill xmlns:a="http://schemas.openxmlformats.org/drawingml/2006/main">
          <a:srgbClr val="F3F6F4"/>
        </a:solidFill>
      </p:bgPr>
    </p:bg>
    <p:spTree>
      <p:nvGrpSpPr>
        <p:cNvPr id="1" name=""/>
        <p:cNvGrpSpPr/>
        <p:nvPr/>
      </p:nvGrpSpPr>
      <p:grpSpPr>
        <a:xfrm xmlns:a="http://schemas.openxmlformats.org/drawingml/2006/main"/>
      </p:grpSpPr>
      <p:sp>
        <p:nvSpPr>
          <p:cNvPr id="30" name="text-15">
            <a:extLst xmlns:a="http://schemas.openxmlformats.org/drawingml/2006/main">
              <a:ext uri="{FF2B5EF4-FFF2-40B4-BE49-F238E27FC236}">
                <a16:creationId xmlns:a16="http://schemas.microsoft.com/office/drawing/2014/main" id="{9F7F1F98-B435-4450-9948-8D4A2B709A25}"/>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49616A"/>
                </a:solidFill>
                <a:latin typeface="Arial"/>
                <a:ea typeface="Arial"/>
                <a:cs typeface="Arial"/>
              </a:defRPr>
            </a:defPPr>
          </a:lstStyle>
          <a:p xmlns:a="http://schemas.openxmlformats.org/drawingml/2006/main">
            <a:pPr algn="l">
              <a:defRPr sz="1275" b="0">
                <a:solidFill>
                  <a:srgbClr val="49616A"/>
                </a:solidFill>
                <a:latin typeface="Arial"/>
                <a:ea typeface="Arial"/>
                <a:cs typeface="Arial"/>
              </a:defRPr>
            </a:pPr>
            <a:r>
              <a:rPr sz="1275" b="0">
                <a:solidFill>
                  <a:srgbClr val="49616A"/>
                </a:solidFill>
                <a:latin typeface="Arial"/>
                <a:ea typeface="Arial"/>
                <a:cs typeface="Arial"/>
              </a:rPr>
              <a:t>02</a:t>
            </a:r>
          </a:p>
        </p:txBody>
      </p:sp>
      <p:sp>
        <p:nvSpPr>
          <p:cNvPr id="2" name="text-16">
            <a:extLst xmlns:a="http://schemas.openxmlformats.org/drawingml/2006/main">
              <a:ext uri="{FF2B5EF4-FFF2-40B4-BE49-F238E27FC236}">
                <a16:creationId xmlns:a16="http://schemas.microsoft.com/office/drawing/2014/main" id="{61AFB2DE-6572-4FD6-AF80-278B488B3E7A}"/>
              </a:ext>
            </a:extLst>
          </p:cNvPr>
          <p:cNvSpPr>
            <a:spLocks xmlns:a="http://schemas.openxmlformats.org/drawingml/2006/main" noGrp="1"/>
          </p:cNvSpPr>
          <p:nvPr/>
        </p:nvSpPr>
        <p:spPr>
          <a:xfrm xmlns:a="http://schemas.openxmlformats.org/drawingml/2006/main">
            <a:off x="10772775" y="457200"/>
            <a:ext cx="7334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أرقام</a:t>
            </a:r>
          </a:p>
        </p:txBody>
      </p:sp>
      <p:sp>
        <p:nvSpPr>
          <p:cNvPr id="3" name="text-17">
            <a:extLst xmlns:a="http://schemas.openxmlformats.org/drawingml/2006/main">
              <a:ext uri="{FF2B5EF4-FFF2-40B4-BE49-F238E27FC236}">
                <a16:creationId xmlns:a16="http://schemas.microsoft.com/office/drawing/2014/main" id="{5DDBB326-62AA-45E1-B1CC-8BA96B37BE78}"/>
              </a:ext>
            </a:extLst>
          </p:cNvPr>
          <p:cNvSpPr>
            <a:spLocks xmlns:a="http://schemas.openxmlformats.org/drawingml/2006/main" noGrp="1"/>
          </p:cNvSpPr>
          <p:nvPr/>
        </p:nvSpPr>
        <p:spPr>
          <a:xfrm xmlns:a="http://schemas.openxmlformats.org/drawingml/2006/main">
            <a:off x="9813227" y="457200"/>
            <a:ext cx="8763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تحتاج</a:t>
            </a:r>
          </a:p>
        </p:txBody>
      </p:sp>
      <p:sp>
        <p:nvSpPr>
          <p:cNvPr id="4" name="text-18">
            <a:extLst xmlns:a="http://schemas.openxmlformats.org/drawingml/2006/main">
              <a:ext uri="{FF2B5EF4-FFF2-40B4-BE49-F238E27FC236}">
                <a16:creationId xmlns:a16="http://schemas.microsoft.com/office/drawing/2014/main" id="{40B664B6-B016-4527-B758-BD0635751939}"/>
              </a:ext>
            </a:extLst>
          </p:cNvPr>
          <p:cNvSpPr>
            <a:spLocks xmlns:a="http://schemas.openxmlformats.org/drawingml/2006/main" noGrp="1"/>
          </p:cNvSpPr>
          <p:nvPr/>
        </p:nvSpPr>
        <p:spPr>
          <a:xfrm xmlns:a="http://schemas.openxmlformats.org/drawingml/2006/main">
            <a:off x="9234678" y="457200"/>
            <a:ext cx="4953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إلى</a:t>
            </a:r>
          </a:p>
        </p:txBody>
      </p:sp>
      <p:sp>
        <p:nvSpPr>
          <p:cNvPr id="5" name="text-19">
            <a:extLst xmlns:a="http://schemas.openxmlformats.org/drawingml/2006/main">
              <a:ext uri="{FF2B5EF4-FFF2-40B4-BE49-F238E27FC236}">
                <a16:creationId xmlns:a16="http://schemas.microsoft.com/office/drawing/2014/main" id="{AC6ED363-C633-4FAF-A9C8-BAF868B82E54}"/>
              </a:ext>
            </a:extLst>
          </p:cNvPr>
          <p:cNvSpPr>
            <a:spLocks xmlns:a="http://schemas.openxmlformats.org/drawingml/2006/main" noGrp="1"/>
          </p:cNvSpPr>
          <p:nvPr/>
        </p:nvSpPr>
        <p:spPr>
          <a:xfrm xmlns:a="http://schemas.openxmlformats.org/drawingml/2006/main">
            <a:off x="8341805" y="457200"/>
            <a:ext cx="8096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سياق</a:t>
            </a:r>
          </a:p>
        </p:txBody>
      </p:sp>
      <p:pic>
        <p:nvPicPr>
          <p:cNvPr id="6" name="">
            <a:extLst xmlns:a="http://schemas.openxmlformats.org/drawingml/2006/main">
              <a:ext uri="{FF2B5EF4-FFF2-40B4-BE49-F238E27FC236}">
                <a16:creationId xmlns:a16="http://schemas.microsoft.com/office/drawing/2014/main" id="{96E8ACB9-33D6-4F9A-BD47-BA59E028919C}"/>
              </a:ext>
            </a:extLst>
          </p:cNvPr>
          <p:cNvPicPr>
            <a:picLocks xmlns:a="http://schemas.openxmlformats.org/drawingml/2006/main" noChangeAspect="1"/>
          </p:cNvPicPr>
          <p:nvPr/>
        </p:nvPicPr>
        <p:blipFill>
          <a:blip xmlns:r="http://schemas.openxmlformats.org/officeDocument/2006/relationships" xmlns:a="http://schemas.openxmlformats.org/drawingml/2006/main" r:embed="R80608594d93e4c84"/>
          <a:srcRect xmlns:a="http://schemas.openxmlformats.org/drawingml/2006/main" l="0" t="0" r="0" b="84000"/>
          <a:stretch xmlns:a="http://schemas.openxmlformats.org/drawingml/2006/main"/>
        </p:blipFill>
        <p:spPr>
          <a:xfrm xmlns:a="http://schemas.openxmlformats.org/drawingml/2006/main">
            <a:off x="952500" y="1485900"/>
            <a:ext cx="2705100" cy="4438650"/>
          </a:xfrm>
          <a:prstGeom xmlns:a="http://schemas.openxmlformats.org/drawingml/2006/main" prst="rect">
            <a:avLst/>
          </a:prstGeom>
        </p:spPr>
      </p:pic>
      <p:sp>
        <p:nvSpPr>
          <p:cNvPr id="7" name="text-20">
            <a:extLst xmlns:a="http://schemas.openxmlformats.org/drawingml/2006/main">
              <a:ext uri="{FF2B5EF4-FFF2-40B4-BE49-F238E27FC236}">
                <a16:creationId xmlns:a16="http://schemas.microsoft.com/office/drawing/2014/main" id="{3E7DEB66-D2EC-489F-9BCD-C95021023C5D}"/>
              </a:ext>
            </a:extLst>
          </p:cNvPr>
          <p:cNvSpPr>
            <a:spLocks xmlns:a="http://schemas.openxmlformats.org/drawingml/2006/main" noGrp="1"/>
          </p:cNvSpPr>
          <p:nvPr/>
        </p:nvSpPr>
        <p:spPr>
          <a:xfrm xmlns:a="http://schemas.openxmlformats.org/drawingml/2006/main">
            <a:off x="10620375" y="1847850"/>
            <a:ext cx="8858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925" b="1">
                <a:solidFill>
                  <a:srgbClr val="102B35"/>
                </a:solidFill>
                <a:latin typeface="Arial"/>
                <a:ea typeface="Arial"/>
                <a:cs typeface="Arial"/>
              </a:defRPr>
            </a:defPPr>
          </a:lstStyle>
          <a:p xmlns:a="http://schemas.openxmlformats.org/drawingml/2006/main">
            <a:pPr algn="ctr">
              <a:defRPr sz="2925" b="1">
                <a:solidFill>
                  <a:srgbClr val="102B35"/>
                </a:solidFill>
                <a:latin typeface="Arial"/>
                <a:ea typeface="Arial"/>
                <a:cs typeface="Arial"/>
              </a:defRPr>
            </a:pPr>
            <a:r>
              <a:rPr sz="2925" b="1">
                <a:solidFill>
                  <a:srgbClr val="102B35"/>
                </a:solidFill>
                <a:latin typeface="Arial"/>
                <a:ea typeface="Arial"/>
                <a:cs typeface="Arial"/>
              </a:rPr>
              <a:t>القراءة</a:t>
            </a:r>
          </a:p>
        </p:txBody>
      </p:sp>
      <p:sp>
        <p:nvSpPr>
          <p:cNvPr id="8" name="text-21">
            <a:extLst xmlns:a="http://schemas.openxmlformats.org/drawingml/2006/main">
              <a:ext uri="{FF2B5EF4-FFF2-40B4-BE49-F238E27FC236}">
                <a16:creationId xmlns:a16="http://schemas.microsoft.com/office/drawing/2014/main" id="{CA8CDD41-CDD7-4419-960F-BB1E8E53A0C9}"/>
              </a:ext>
            </a:extLst>
          </p:cNvPr>
          <p:cNvSpPr>
            <a:spLocks xmlns:a="http://schemas.openxmlformats.org/drawingml/2006/main" noGrp="1"/>
          </p:cNvSpPr>
          <p:nvPr/>
        </p:nvSpPr>
        <p:spPr>
          <a:xfrm xmlns:a="http://schemas.openxmlformats.org/drawingml/2006/main">
            <a:off x="9702070" y="1847850"/>
            <a:ext cx="8477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925" b="1">
                <a:solidFill>
                  <a:srgbClr val="102B35"/>
                </a:solidFill>
                <a:latin typeface="Arial"/>
                <a:ea typeface="Arial"/>
                <a:cs typeface="Arial"/>
              </a:defRPr>
            </a:defPPr>
          </a:lstStyle>
          <a:p xmlns:a="http://schemas.openxmlformats.org/drawingml/2006/main">
            <a:pPr algn="ctr">
              <a:defRPr sz="2925" b="1">
                <a:solidFill>
                  <a:srgbClr val="102B35"/>
                </a:solidFill>
                <a:latin typeface="Arial"/>
                <a:ea typeface="Arial"/>
                <a:cs typeface="Arial"/>
              </a:defRPr>
            </a:pPr>
            <a:r>
              <a:rPr sz="2925" b="1">
                <a:solidFill>
                  <a:srgbClr val="102B35"/>
                </a:solidFill>
                <a:latin typeface="Arial"/>
                <a:ea typeface="Arial"/>
                <a:cs typeface="Arial"/>
              </a:rPr>
              <a:t>الحالية</a:t>
            </a:r>
          </a:p>
        </p:txBody>
      </p:sp>
      <p:sp>
        <p:nvSpPr>
          <p:cNvPr id="9" name="text-22">
            <a:extLst xmlns:a="http://schemas.openxmlformats.org/drawingml/2006/main">
              <a:ext uri="{FF2B5EF4-FFF2-40B4-BE49-F238E27FC236}">
                <a16:creationId xmlns:a16="http://schemas.microsoft.com/office/drawing/2014/main" id="{BFF440D1-F671-4770-A068-3531BE155BED}"/>
              </a:ext>
            </a:extLst>
          </p:cNvPr>
          <p:cNvSpPr>
            <a:spLocks xmlns:a="http://schemas.openxmlformats.org/drawingml/2006/main" noGrp="1"/>
          </p:cNvSpPr>
          <p:nvPr/>
        </p:nvSpPr>
        <p:spPr>
          <a:xfrm xmlns:a="http://schemas.openxmlformats.org/drawingml/2006/main">
            <a:off x="9012365" y="1847850"/>
            <a:ext cx="6191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925" b="1">
                <a:solidFill>
                  <a:srgbClr val="102B35"/>
                </a:solidFill>
                <a:latin typeface="Arial"/>
                <a:ea typeface="Arial"/>
                <a:cs typeface="Arial"/>
              </a:defRPr>
            </a:defPPr>
          </a:lstStyle>
          <a:p xmlns:a="http://schemas.openxmlformats.org/drawingml/2006/main">
            <a:pPr algn="ctr">
              <a:defRPr sz="2925" b="1">
                <a:solidFill>
                  <a:srgbClr val="102B35"/>
                </a:solidFill>
                <a:latin typeface="Arial"/>
                <a:ea typeface="Arial"/>
                <a:cs typeface="Arial"/>
              </a:defRPr>
            </a:pPr>
            <a:r>
              <a:rPr sz="2925" b="1">
                <a:solidFill>
                  <a:srgbClr val="102B35"/>
                </a:solidFill>
                <a:latin typeface="Arial"/>
                <a:ea typeface="Arial"/>
                <a:cs typeface="Arial"/>
              </a:rPr>
              <a:t>بداية</a:t>
            </a:r>
          </a:p>
        </p:txBody>
      </p:sp>
      <p:sp>
        <p:nvSpPr>
          <p:cNvPr id="10" name="text-23">
            <a:extLst xmlns:a="http://schemas.openxmlformats.org/drawingml/2006/main">
              <a:ext uri="{FF2B5EF4-FFF2-40B4-BE49-F238E27FC236}">
                <a16:creationId xmlns:a16="http://schemas.microsoft.com/office/drawing/2014/main" id="{022EFDF1-BC1F-4B7E-886C-36A0A64DB884}"/>
              </a:ext>
            </a:extLst>
          </p:cNvPr>
          <p:cNvSpPr>
            <a:spLocks xmlns:a="http://schemas.openxmlformats.org/drawingml/2006/main" noGrp="1"/>
          </p:cNvSpPr>
          <p:nvPr/>
        </p:nvSpPr>
        <p:spPr>
          <a:xfrm xmlns:a="http://schemas.openxmlformats.org/drawingml/2006/main">
            <a:off x="8303609" y="1847850"/>
            <a:ext cx="6381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925" b="1">
                <a:solidFill>
                  <a:srgbClr val="102B35"/>
                </a:solidFill>
                <a:latin typeface="Arial"/>
                <a:ea typeface="Arial"/>
                <a:cs typeface="Arial"/>
              </a:defRPr>
            </a:defPPr>
          </a:lstStyle>
          <a:p xmlns:a="http://schemas.openxmlformats.org/drawingml/2006/main">
            <a:pPr algn="ctr">
              <a:defRPr sz="2925" b="1">
                <a:solidFill>
                  <a:srgbClr val="102B35"/>
                </a:solidFill>
                <a:latin typeface="Arial"/>
                <a:ea typeface="Arial"/>
                <a:cs typeface="Arial"/>
              </a:defRPr>
            </a:pPr>
            <a:r>
              <a:rPr sz="2925" b="1">
                <a:solidFill>
                  <a:srgbClr val="102B35"/>
                </a:solidFill>
                <a:latin typeface="Arial"/>
                <a:ea typeface="Arial"/>
                <a:cs typeface="Arial"/>
              </a:rPr>
              <a:t>الفهم</a:t>
            </a:r>
          </a:p>
        </p:txBody>
      </p:sp>
      <p:sp>
        <p:nvSpPr>
          <p:cNvPr id="11" name="text-24">
            <a:extLst xmlns:a="http://schemas.openxmlformats.org/drawingml/2006/main">
              <a:ext uri="{FF2B5EF4-FFF2-40B4-BE49-F238E27FC236}">
                <a16:creationId xmlns:a16="http://schemas.microsoft.com/office/drawing/2014/main" id="{7AA9F802-9DAA-48D7-B59B-EBC1B77C386D}"/>
              </a:ext>
            </a:extLst>
          </p:cNvPr>
          <p:cNvSpPr>
            <a:spLocks xmlns:a="http://schemas.openxmlformats.org/drawingml/2006/main" noGrp="1"/>
          </p:cNvSpPr>
          <p:nvPr/>
        </p:nvSpPr>
        <p:spPr>
          <a:xfrm xmlns:a="http://schemas.openxmlformats.org/drawingml/2006/main">
            <a:off x="11087100" y="2876550"/>
            <a:ext cx="4191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متى</a:t>
            </a:r>
          </a:p>
        </p:txBody>
      </p:sp>
      <p:sp>
        <p:nvSpPr>
          <p:cNvPr id="12" name="text-25">
            <a:extLst xmlns:a="http://schemas.openxmlformats.org/drawingml/2006/main">
              <a:ext uri="{FF2B5EF4-FFF2-40B4-BE49-F238E27FC236}">
                <a16:creationId xmlns:a16="http://schemas.microsoft.com/office/drawing/2014/main" id="{CD3464D5-6777-435D-A044-29A902F10416}"/>
              </a:ext>
            </a:extLst>
          </p:cNvPr>
          <p:cNvSpPr>
            <a:spLocks xmlns:a="http://schemas.openxmlformats.org/drawingml/2006/main" noGrp="1"/>
          </p:cNvSpPr>
          <p:nvPr/>
        </p:nvSpPr>
        <p:spPr>
          <a:xfrm xmlns:a="http://schemas.openxmlformats.org/drawingml/2006/main">
            <a:off x="10326148" y="2876550"/>
            <a:ext cx="7048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وصلت</a:t>
            </a:r>
          </a:p>
        </p:txBody>
      </p:sp>
      <p:sp>
        <p:nvSpPr>
          <p:cNvPr id="13" name="text-26">
            <a:extLst xmlns:a="http://schemas.openxmlformats.org/drawingml/2006/main">
              <a:ext uri="{FF2B5EF4-FFF2-40B4-BE49-F238E27FC236}">
                <a16:creationId xmlns:a16="http://schemas.microsoft.com/office/drawing/2014/main" id="{61285325-DE9F-466A-9128-3D3C4F7569BB}"/>
              </a:ext>
            </a:extLst>
          </p:cNvPr>
          <p:cNvSpPr>
            <a:spLocks xmlns:a="http://schemas.openxmlformats.org/drawingml/2006/main" noGrp="1"/>
          </p:cNvSpPr>
          <p:nvPr/>
        </p:nvSpPr>
        <p:spPr>
          <a:xfrm xmlns:a="http://schemas.openxmlformats.org/drawingml/2006/main">
            <a:off x="9860470" y="2876550"/>
            <a:ext cx="4095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آخر</a:t>
            </a:r>
          </a:p>
        </p:txBody>
      </p:sp>
      <p:sp>
        <p:nvSpPr>
          <p:cNvPr id="14" name="text-27">
            <a:extLst xmlns:a="http://schemas.openxmlformats.org/drawingml/2006/main">
              <a:ext uri="{FF2B5EF4-FFF2-40B4-BE49-F238E27FC236}">
                <a16:creationId xmlns:a16="http://schemas.microsoft.com/office/drawing/2014/main" id="{F6DBFDB3-F8AD-4CE1-92E9-1E1854908F1C}"/>
              </a:ext>
            </a:extLst>
          </p:cNvPr>
          <p:cNvSpPr>
            <a:spLocks xmlns:a="http://schemas.openxmlformats.org/drawingml/2006/main" noGrp="1"/>
          </p:cNvSpPr>
          <p:nvPr/>
        </p:nvSpPr>
        <p:spPr>
          <a:xfrm xmlns:a="http://schemas.openxmlformats.org/drawingml/2006/main">
            <a:off x="9156668" y="2876550"/>
            <a:ext cx="6477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قراءة؟</a:t>
            </a:r>
          </a:p>
        </p:txBody>
      </p:sp>
      <p:sp>
        <p:nvSpPr>
          <p:cNvPr id="15" name="text-28">
            <a:extLst xmlns:a="http://schemas.openxmlformats.org/drawingml/2006/main">
              <a:ext uri="{FF2B5EF4-FFF2-40B4-BE49-F238E27FC236}">
                <a16:creationId xmlns:a16="http://schemas.microsoft.com/office/drawing/2014/main" id="{0378896F-8C1B-43F5-9E35-7F4058975405}"/>
              </a:ext>
            </a:extLst>
          </p:cNvPr>
          <p:cNvSpPr>
            <a:spLocks xmlns:a="http://schemas.openxmlformats.org/drawingml/2006/main" noGrp="1"/>
          </p:cNvSpPr>
          <p:nvPr/>
        </p:nvSpPr>
        <p:spPr>
          <a:xfrm xmlns:a="http://schemas.openxmlformats.org/drawingml/2006/main">
            <a:off x="11172825" y="3571875"/>
            <a:ext cx="3333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هل</a:t>
            </a:r>
          </a:p>
        </p:txBody>
      </p:sp>
      <p:sp>
        <p:nvSpPr>
          <p:cNvPr id="16" name="text-29">
            <a:extLst xmlns:a="http://schemas.openxmlformats.org/drawingml/2006/main">
              <a:ext uri="{FF2B5EF4-FFF2-40B4-BE49-F238E27FC236}">
                <a16:creationId xmlns:a16="http://schemas.microsoft.com/office/drawing/2014/main" id="{6DF50A9E-1221-4C19-8691-580C0D29B357}"/>
              </a:ext>
            </a:extLst>
          </p:cNvPr>
          <p:cNvSpPr>
            <a:spLocks xmlns:a="http://schemas.openxmlformats.org/drawingml/2006/main" noGrp="1"/>
          </p:cNvSpPr>
          <p:nvPr/>
        </p:nvSpPr>
        <p:spPr>
          <a:xfrm xmlns:a="http://schemas.openxmlformats.org/drawingml/2006/main">
            <a:off x="10469023" y="3571875"/>
            <a:ext cx="6477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التلوث</a:t>
            </a:r>
          </a:p>
        </p:txBody>
      </p:sp>
      <p:sp>
        <p:nvSpPr>
          <p:cNvPr id="17" name="text-30">
            <a:extLst xmlns:a="http://schemas.openxmlformats.org/drawingml/2006/main">
              <a:ext uri="{FF2B5EF4-FFF2-40B4-BE49-F238E27FC236}">
                <a16:creationId xmlns:a16="http://schemas.microsoft.com/office/drawing/2014/main" id="{AA785411-8805-478A-A4F3-84AFE1D81E70}"/>
              </a:ext>
            </a:extLst>
          </p:cNvPr>
          <p:cNvSpPr>
            <a:spLocks xmlns:a="http://schemas.openxmlformats.org/drawingml/2006/main" noGrp="1"/>
          </p:cNvSpPr>
          <p:nvPr/>
        </p:nvSpPr>
        <p:spPr>
          <a:xfrm xmlns:a="http://schemas.openxmlformats.org/drawingml/2006/main">
            <a:off x="9974770" y="3571875"/>
            <a:ext cx="4381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يزيد</a:t>
            </a:r>
          </a:p>
        </p:txBody>
      </p:sp>
      <p:sp>
        <p:nvSpPr>
          <p:cNvPr id="18" name="text-31">
            <a:extLst xmlns:a="http://schemas.openxmlformats.org/drawingml/2006/main">
              <a:ext uri="{FF2B5EF4-FFF2-40B4-BE49-F238E27FC236}">
                <a16:creationId xmlns:a16="http://schemas.microsoft.com/office/drawing/2014/main" id="{81FFBFD1-F0DE-4FDF-8193-1E9FD8550C73}"/>
              </a:ext>
            </a:extLst>
          </p:cNvPr>
          <p:cNvSpPr>
            <a:spLocks xmlns:a="http://schemas.openxmlformats.org/drawingml/2006/main" noGrp="1"/>
          </p:cNvSpPr>
          <p:nvPr/>
        </p:nvSpPr>
        <p:spPr>
          <a:xfrm xmlns:a="http://schemas.openxmlformats.org/drawingml/2006/main">
            <a:off x="9709118" y="3571875"/>
            <a:ext cx="2095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أم</a:t>
            </a:r>
          </a:p>
        </p:txBody>
      </p:sp>
      <p:sp>
        <p:nvSpPr>
          <p:cNvPr id="19" name="text-32">
            <a:extLst xmlns:a="http://schemas.openxmlformats.org/drawingml/2006/main">
              <a:ext uri="{FF2B5EF4-FFF2-40B4-BE49-F238E27FC236}">
                <a16:creationId xmlns:a16="http://schemas.microsoft.com/office/drawing/2014/main" id="{15E87808-FA24-4238-B7A2-B813319A8C59}"/>
              </a:ext>
            </a:extLst>
          </p:cNvPr>
          <p:cNvSpPr>
            <a:spLocks xmlns:a="http://schemas.openxmlformats.org/drawingml/2006/main" noGrp="1"/>
          </p:cNvSpPr>
          <p:nvPr/>
        </p:nvSpPr>
        <p:spPr>
          <a:xfrm xmlns:a="http://schemas.openxmlformats.org/drawingml/2006/main">
            <a:off x="9195816" y="3571875"/>
            <a:ext cx="4572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يقل؟</a:t>
            </a:r>
          </a:p>
        </p:txBody>
      </p:sp>
      <p:sp>
        <p:nvSpPr>
          <p:cNvPr id="20" name="text-33">
            <a:extLst xmlns:a="http://schemas.openxmlformats.org/drawingml/2006/main">
              <a:ext uri="{FF2B5EF4-FFF2-40B4-BE49-F238E27FC236}">
                <a16:creationId xmlns:a16="http://schemas.microsoft.com/office/drawing/2014/main" id="{ED9030F7-F852-4BAF-BAF9-51E7CFDEBB3C}"/>
              </a:ext>
            </a:extLst>
          </p:cNvPr>
          <p:cNvSpPr>
            <a:spLocks xmlns:a="http://schemas.openxmlformats.org/drawingml/2006/main" noGrp="1"/>
          </p:cNvSpPr>
          <p:nvPr/>
        </p:nvSpPr>
        <p:spPr>
          <a:xfrm xmlns:a="http://schemas.openxmlformats.org/drawingml/2006/main">
            <a:off x="11268075" y="4267200"/>
            <a:ext cx="2381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ما</a:t>
            </a:r>
          </a:p>
        </p:txBody>
      </p:sp>
      <p:sp>
        <p:nvSpPr>
          <p:cNvPr id="21" name="text-34">
            <a:extLst xmlns:a="http://schemas.openxmlformats.org/drawingml/2006/main">
              <a:ext uri="{FF2B5EF4-FFF2-40B4-BE49-F238E27FC236}">
                <a16:creationId xmlns:a16="http://schemas.microsoft.com/office/drawing/2014/main" id="{B5761015-8430-4542-9D79-D242ED5AEC6A}"/>
              </a:ext>
            </a:extLst>
          </p:cNvPr>
          <p:cNvSpPr>
            <a:spLocks xmlns:a="http://schemas.openxmlformats.org/drawingml/2006/main" noGrp="1"/>
          </p:cNvSpPr>
          <p:nvPr/>
        </p:nvSpPr>
        <p:spPr>
          <a:xfrm xmlns:a="http://schemas.openxmlformats.org/drawingml/2006/main">
            <a:off x="10507123" y="4267200"/>
            <a:ext cx="7048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المتوقع</a:t>
            </a:r>
          </a:p>
        </p:txBody>
      </p:sp>
      <p:sp>
        <p:nvSpPr>
          <p:cNvPr id="22" name="text-35">
            <a:extLst xmlns:a="http://schemas.openxmlformats.org/drawingml/2006/main">
              <a:ext uri="{FF2B5EF4-FFF2-40B4-BE49-F238E27FC236}">
                <a16:creationId xmlns:a16="http://schemas.microsoft.com/office/drawing/2014/main" id="{CEA71C7E-A483-4717-8D7F-A20F3D8A1700}"/>
              </a:ext>
            </a:extLst>
          </p:cNvPr>
          <p:cNvSpPr>
            <a:spLocks xmlns:a="http://schemas.openxmlformats.org/drawingml/2006/main" noGrp="1"/>
          </p:cNvSpPr>
          <p:nvPr/>
        </p:nvSpPr>
        <p:spPr>
          <a:xfrm xmlns:a="http://schemas.openxmlformats.org/drawingml/2006/main">
            <a:off x="9917620" y="4267200"/>
            <a:ext cx="5334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خلال</a:t>
            </a:r>
          </a:p>
        </p:txBody>
      </p:sp>
      <p:sp>
        <p:nvSpPr>
          <p:cNvPr id="23" name="text-36">
            <a:extLst xmlns:a="http://schemas.openxmlformats.org/drawingml/2006/main">
              <a:ext uri="{FF2B5EF4-FFF2-40B4-BE49-F238E27FC236}">
                <a16:creationId xmlns:a16="http://schemas.microsoft.com/office/drawing/2014/main" id="{83DA08A2-3DB0-4A13-83EC-E34147726F69}"/>
              </a:ext>
            </a:extLst>
          </p:cNvPr>
          <p:cNvSpPr>
            <a:spLocks xmlns:a="http://schemas.openxmlformats.org/drawingml/2006/main" noGrp="1"/>
          </p:cNvSpPr>
          <p:nvPr/>
        </p:nvSpPr>
        <p:spPr>
          <a:xfrm xmlns:a="http://schemas.openxmlformats.org/drawingml/2006/main">
            <a:off x="9032843" y="4267200"/>
            <a:ext cx="8286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الساعات</a:t>
            </a:r>
          </a:p>
        </p:txBody>
      </p:sp>
      <p:sp>
        <p:nvSpPr>
          <p:cNvPr id="24" name="text-37">
            <a:extLst xmlns:a="http://schemas.openxmlformats.org/drawingml/2006/main">
              <a:ext uri="{FF2B5EF4-FFF2-40B4-BE49-F238E27FC236}">
                <a16:creationId xmlns:a16="http://schemas.microsoft.com/office/drawing/2014/main" id="{D73CB2E4-E833-4BF0-83C5-787E08CF4B87}"/>
              </a:ext>
            </a:extLst>
          </p:cNvPr>
          <p:cNvSpPr>
            <a:spLocks xmlns:a="http://schemas.openxmlformats.org/drawingml/2006/main" noGrp="1"/>
          </p:cNvSpPr>
          <p:nvPr/>
        </p:nvSpPr>
        <p:spPr>
          <a:xfrm xmlns:a="http://schemas.openxmlformats.org/drawingml/2006/main">
            <a:off x="8224266" y="4267200"/>
            <a:ext cx="7524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325" b="0">
                <a:solidFill>
                  <a:srgbClr val="49616A"/>
                </a:solidFill>
                <a:latin typeface="Arial"/>
                <a:ea typeface="Arial"/>
                <a:cs typeface="Arial"/>
              </a:defRPr>
            </a:defPPr>
          </a:lstStyle>
          <a:p xmlns:a="http://schemas.openxmlformats.org/drawingml/2006/main">
            <a:pPr algn="ctr">
              <a:defRPr sz="2325" b="0">
                <a:solidFill>
                  <a:srgbClr val="49616A"/>
                </a:solidFill>
                <a:latin typeface="Arial"/>
                <a:ea typeface="Arial"/>
                <a:cs typeface="Arial"/>
              </a:defRPr>
            </a:pPr>
            <a:r>
              <a:rPr sz="2325" b="0">
                <a:solidFill>
                  <a:srgbClr val="49616A"/>
                </a:solidFill>
                <a:latin typeface="Arial"/>
                <a:ea typeface="Arial"/>
                <a:cs typeface="Arial"/>
              </a:rPr>
              <a:t>القادمة؟</a:t>
            </a:r>
          </a:p>
        </p:txBody>
      </p:sp>
      <p:sp>
        <p:nvSpPr>
          <p:cNvPr id="25" name="text-38">
            <a:extLst xmlns:a="http://schemas.openxmlformats.org/drawingml/2006/main">
              <a:ext uri="{FF2B5EF4-FFF2-40B4-BE49-F238E27FC236}">
                <a16:creationId xmlns:a16="http://schemas.microsoft.com/office/drawing/2014/main" id="{1B0457A5-E30C-46C7-943F-A45745630E83}"/>
              </a:ext>
            </a:extLst>
          </p:cNvPr>
          <p:cNvSpPr>
            <a:spLocks xmlns:a="http://schemas.openxmlformats.org/drawingml/2006/main" noGrp="1"/>
          </p:cNvSpPr>
          <p:nvPr/>
        </p:nvSpPr>
        <p:spPr>
          <a:xfrm xmlns:a="http://schemas.openxmlformats.org/drawingml/2006/main">
            <a:off x="3486150" y="6067425"/>
            <a:ext cx="295275"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49616A"/>
                </a:solidFill>
                <a:latin typeface="Arial"/>
                <a:ea typeface="Arial"/>
                <a:cs typeface="Arial"/>
              </a:defRPr>
            </a:defPPr>
          </a:lstStyle>
          <a:p xmlns:a="http://schemas.openxmlformats.org/drawingml/2006/main">
            <a:pPr algn="ctr">
              <a:defRPr sz="1350" b="0">
                <a:solidFill>
                  <a:srgbClr val="49616A"/>
                </a:solidFill>
                <a:latin typeface="Arial"/>
                <a:ea typeface="Arial"/>
                <a:cs typeface="Arial"/>
              </a:defRPr>
            </a:pPr>
            <a:r>
              <a:rPr sz="1350" b="0">
                <a:solidFill>
                  <a:srgbClr val="49616A"/>
                </a:solidFill>
                <a:latin typeface="Arial"/>
                <a:ea typeface="Arial"/>
                <a:cs typeface="Arial"/>
              </a:rPr>
              <a:t>لقطة</a:t>
            </a:r>
          </a:p>
        </p:txBody>
      </p:sp>
      <p:sp>
        <p:nvSpPr>
          <p:cNvPr id="26" name="text-39">
            <a:extLst xmlns:a="http://schemas.openxmlformats.org/drawingml/2006/main">
              <a:ext uri="{FF2B5EF4-FFF2-40B4-BE49-F238E27FC236}">
                <a16:creationId xmlns:a16="http://schemas.microsoft.com/office/drawing/2014/main" id="{0DFC0909-3C4D-4261-9C7A-F3CE5A0FC74D}"/>
              </a:ext>
            </a:extLst>
          </p:cNvPr>
          <p:cNvSpPr>
            <a:spLocks xmlns:a="http://schemas.openxmlformats.org/drawingml/2006/main" noGrp="1"/>
          </p:cNvSpPr>
          <p:nvPr/>
        </p:nvSpPr>
        <p:spPr>
          <a:xfrm xmlns:a="http://schemas.openxmlformats.org/drawingml/2006/main">
            <a:off x="3148775" y="6067425"/>
            <a:ext cx="30480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49616A"/>
                </a:solidFill>
                <a:latin typeface="Arial"/>
                <a:ea typeface="Arial"/>
                <a:cs typeface="Arial"/>
              </a:defRPr>
            </a:defPPr>
          </a:lstStyle>
          <a:p xmlns:a="http://schemas.openxmlformats.org/drawingml/2006/main">
            <a:pPr algn="ctr">
              <a:defRPr sz="1350" b="0">
                <a:solidFill>
                  <a:srgbClr val="49616A"/>
                </a:solidFill>
                <a:latin typeface="Arial"/>
                <a:ea typeface="Arial"/>
                <a:cs typeface="Arial"/>
              </a:defRPr>
            </a:pPr>
            <a:r>
              <a:rPr sz="1350" b="0">
                <a:solidFill>
                  <a:srgbClr val="49616A"/>
                </a:solidFill>
                <a:latin typeface="Arial"/>
                <a:ea typeface="Arial"/>
                <a:cs typeface="Arial"/>
              </a:rPr>
              <a:t>فعلية</a:t>
            </a:r>
          </a:p>
        </p:txBody>
      </p:sp>
      <p:sp>
        <p:nvSpPr>
          <p:cNvPr id="27" name="text-40">
            <a:extLst xmlns:a="http://schemas.openxmlformats.org/drawingml/2006/main">
              <a:ext uri="{FF2B5EF4-FFF2-40B4-BE49-F238E27FC236}">
                <a16:creationId xmlns:a16="http://schemas.microsoft.com/office/drawing/2014/main" id="{FAB60B93-1342-485E-B790-64096A9CC45C}"/>
              </a:ext>
            </a:extLst>
          </p:cNvPr>
          <p:cNvSpPr>
            <a:spLocks xmlns:a="http://schemas.openxmlformats.org/drawingml/2006/main" noGrp="1"/>
          </p:cNvSpPr>
          <p:nvPr/>
        </p:nvSpPr>
        <p:spPr>
          <a:xfrm xmlns:a="http://schemas.openxmlformats.org/drawingml/2006/main">
            <a:off x="2906649" y="6067425"/>
            <a:ext cx="20955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49616A"/>
                </a:solidFill>
                <a:latin typeface="Arial"/>
                <a:ea typeface="Arial"/>
                <a:cs typeface="Arial"/>
              </a:defRPr>
            </a:defPPr>
          </a:lstStyle>
          <a:p xmlns:a="http://schemas.openxmlformats.org/drawingml/2006/main">
            <a:pPr algn="ctr">
              <a:defRPr sz="1350" b="0">
                <a:solidFill>
                  <a:srgbClr val="49616A"/>
                </a:solidFill>
                <a:latin typeface="Arial"/>
                <a:ea typeface="Arial"/>
                <a:cs typeface="Arial"/>
              </a:defRPr>
            </a:pPr>
            <a:r>
              <a:rPr sz="1350" b="0">
                <a:solidFill>
                  <a:srgbClr val="49616A"/>
                </a:solidFill>
                <a:latin typeface="Arial"/>
                <a:ea typeface="Arial"/>
                <a:cs typeface="Arial"/>
              </a:rPr>
              <a:t>من</a:t>
            </a:r>
          </a:p>
        </p:txBody>
      </p:sp>
      <p:sp>
        <p:nvSpPr>
          <p:cNvPr id="28" name="text-41">
            <a:extLst xmlns:a="http://schemas.openxmlformats.org/drawingml/2006/main">
              <a:ext uri="{FF2B5EF4-FFF2-40B4-BE49-F238E27FC236}">
                <a16:creationId xmlns:a16="http://schemas.microsoft.com/office/drawing/2014/main" id="{3D0032FD-5C9C-4772-9183-F43A5628B6BE}"/>
              </a:ext>
            </a:extLst>
          </p:cNvPr>
          <p:cNvSpPr>
            <a:spLocks xmlns:a="http://schemas.openxmlformats.org/drawingml/2006/main" noGrp="1"/>
          </p:cNvSpPr>
          <p:nvPr/>
        </p:nvSpPr>
        <p:spPr>
          <a:xfrm xmlns:a="http://schemas.openxmlformats.org/drawingml/2006/main">
            <a:off x="2493073" y="6067425"/>
            <a:ext cx="38100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49616A"/>
                </a:solidFill>
                <a:latin typeface="Arial"/>
                <a:ea typeface="Arial"/>
                <a:cs typeface="Arial"/>
              </a:defRPr>
            </a:defPPr>
          </a:lstStyle>
          <a:p xmlns:a="http://schemas.openxmlformats.org/drawingml/2006/main">
            <a:pPr algn="ctr">
              <a:defRPr sz="1350" b="0">
                <a:solidFill>
                  <a:srgbClr val="49616A"/>
                </a:solidFill>
                <a:latin typeface="Arial"/>
                <a:ea typeface="Arial"/>
                <a:cs typeface="Arial"/>
              </a:defRPr>
            </a:pPr>
            <a:r>
              <a:rPr sz="1350" b="0">
                <a:solidFill>
                  <a:srgbClr val="49616A"/>
                </a:solidFill>
                <a:latin typeface="Arial"/>
                <a:ea typeface="Arial"/>
                <a:cs typeface="Arial"/>
              </a:rPr>
              <a:t>واجهة</a:t>
            </a:r>
          </a:p>
        </p:txBody>
      </p:sp>
      <p:sp>
        <p:nvSpPr>
          <p:cNvPr id="29" name="text-42">
            <a:extLst xmlns:a="http://schemas.openxmlformats.org/drawingml/2006/main">
              <a:ext uri="{FF2B5EF4-FFF2-40B4-BE49-F238E27FC236}">
                <a16:creationId xmlns:a16="http://schemas.microsoft.com/office/drawing/2014/main" id="{933A5577-8642-4D3F-8D12-AEEE9A1AA4CA}"/>
              </a:ext>
            </a:extLst>
          </p:cNvPr>
          <p:cNvSpPr>
            <a:spLocks xmlns:a="http://schemas.openxmlformats.org/drawingml/2006/main" noGrp="1"/>
          </p:cNvSpPr>
          <p:nvPr/>
        </p:nvSpPr>
        <p:spPr>
          <a:xfrm xmlns:a="http://schemas.openxmlformats.org/drawingml/2006/main">
            <a:off x="1984248" y="6067425"/>
            <a:ext cx="47625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49616A"/>
                </a:solidFill>
                <a:latin typeface="Arial"/>
                <a:ea typeface="Arial"/>
                <a:cs typeface="Arial"/>
              </a:defRPr>
            </a:defPPr>
          </a:lstStyle>
          <a:p xmlns:a="http://schemas.openxmlformats.org/drawingml/2006/main">
            <a:pPr algn="ctr">
              <a:defRPr sz="1350" b="0">
                <a:solidFill>
                  <a:srgbClr val="49616A"/>
                </a:solidFill>
                <a:latin typeface="Arial"/>
                <a:ea typeface="Arial"/>
                <a:cs typeface="Arial"/>
              </a:defRPr>
            </a:pPr>
            <a:r>
              <a:rPr sz="1350" b="0">
                <a:solidFill>
                  <a:srgbClr val="49616A"/>
                </a:solidFill>
                <a:latin typeface="Arial"/>
                <a:ea typeface="Arial"/>
                <a:cs typeface="Arial"/>
              </a:rPr>
              <a:t>الموبايل</a:t>
            </a:r>
          </a:p>
        </p:txBody>
      </p:sp>
    </p:spTree>
    <p:extLst>
      <p:ext uri="{BB962C8B-B14F-4D97-AF65-F5344CB8AC3E}">
        <p14:creationId xmlns:p14="http://schemas.microsoft.com/office/powerpoint/2010/main" val="739180122"/>
      </p:ext>
    </p:extLst>
  </p:cSld>
</p:sld>
</file>

<file path=ppt/slides/slide3.xml><?xml version="1.0" encoding="utf-8"?>
<p:sld xmlns:p="http://schemas.openxmlformats.org/presentationml/2006/main">
  <p:cSld>
    <p:bg>
      <p:bgPr>
        <a:solidFill xmlns:a="http://schemas.openxmlformats.org/drawingml/2006/main">
          <a:srgbClr val="07131D"/>
        </a:solidFill>
      </p:bgPr>
    </p:bg>
    <p:spTree>
      <p:nvGrpSpPr>
        <p:cNvPr id="1" name=""/>
        <p:cNvGrpSpPr/>
        <p:nvPr/>
      </p:nvGrpSpPr>
      <p:grpSpPr>
        <a:xfrm xmlns:a="http://schemas.openxmlformats.org/drawingml/2006/main"/>
      </p:grpSpPr>
      <p:sp>
        <p:nvSpPr>
          <p:cNvPr id="20" name="text-43">
            <a:extLst xmlns:a="http://schemas.openxmlformats.org/drawingml/2006/main">
              <a:ext uri="{FF2B5EF4-FFF2-40B4-BE49-F238E27FC236}">
                <a16:creationId xmlns:a16="http://schemas.microsoft.com/office/drawing/2014/main" id="{E89F055D-267A-4517-A021-6AFBC050A2BA}"/>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A8BEC9"/>
                </a:solidFill>
                <a:latin typeface="Arial"/>
                <a:ea typeface="Arial"/>
                <a:cs typeface="Arial"/>
              </a:defRPr>
            </a:defPPr>
          </a:lstStyle>
          <a:p xmlns:a="http://schemas.openxmlformats.org/drawingml/2006/main">
            <a:pPr algn="l">
              <a:defRPr sz="1275" b="0">
                <a:solidFill>
                  <a:srgbClr val="A8BEC9"/>
                </a:solidFill>
                <a:latin typeface="Arial"/>
                <a:ea typeface="Arial"/>
                <a:cs typeface="Arial"/>
              </a:defRPr>
            </a:pPr>
            <a:r>
              <a:rPr sz="1275" b="0">
                <a:solidFill>
                  <a:srgbClr val="A8BEC9"/>
                </a:solidFill>
                <a:latin typeface="Arial"/>
                <a:ea typeface="Arial"/>
                <a:cs typeface="Arial"/>
              </a:rPr>
              <a:t>03</a:t>
            </a:r>
          </a:p>
        </p:txBody>
      </p:sp>
      <p:sp>
        <p:nvSpPr>
          <p:cNvPr id="2" name="text-44">
            <a:extLst xmlns:a="http://schemas.openxmlformats.org/drawingml/2006/main">
              <a:ext uri="{FF2B5EF4-FFF2-40B4-BE49-F238E27FC236}">
                <a16:creationId xmlns:a16="http://schemas.microsoft.com/office/drawing/2014/main" id="{87E9B9CF-6616-4E67-A869-340E0443A2E2}"/>
              </a:ext>
            </a:extLst>
          </p:cNvPr>
          <p:cNvSpPr>
            <a:spLocks xmlns:a="http://schemas.openxmlformats.org/drawingml/2006/main" noGrp="1"/>
          </p:cNvSpPr>
          <p:nvPr/>
        </p:nvSpPr>
        <p:spPr>
          <a:xfrm xmlns:a="http://schemas.openxmlformats.org/drawingml/2006/main">
            <a:off x="10610850" y="457200"/>
            <a:ext cx="8953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تجربة</a:t>
            </a:r>
          </a:p>
        </p:txBody>
      </p:sp>
      <p:sp>
        <p:nvSpPr>
          <p:cNvPr id="3" name="text-45">
            <a:extLst xmlns:a="http://schemas.openxmlformats.org/drawingml/2006/main">
              <a:ext uri="{FF2B5EF4-FFF2-40B4-BE49-F238E27FC236}">
                <a16:creationId xmlns:a16="http://schemas.microsoft.com/office/drawing/2014/main" id="{00F74D70-9741-4C16-A6C8-B4ABFA840E74}"/>
              </a:ext>
            </a:extLst>
          </p:cNvPr>
          <p:cNvSpPr>
            <a:spLocks xmlns:a="http://schemas.openxmlformats.org/drawingml/2006/main" noGrp="1"/>
          </p:cNvSpPr>
          <p:nvPr/>
        </p:nvSpPr>
        <p:spPr>
          <a:xfrm xmlns:a="http://schemas.openxmlformats.org/drawingml/2006/main">
            <a:off x="9175052" y="457200"/>
            <a:ext cx="13525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المستخدم</a:t>
            </a:r>
          </a:p>
        </p:txBody>
      </p:sp>
      <p:pic>
        <p:nvPicPr>
          <p:cNvPr id="4" name="">
            <a:extLst xmlns:a="http://schemas.openxmlformats.org/drawingml/2006/main">
              <a:ext uri="{FF2B5EF4-FFF2-40B4-BE49-F238E27FC236}">
                <a16:creationId xmlns:a16="http://schemas.microsoft.com/office/drawing/2014/main" id="{B33BD9BE-A33F-48BA-9C95-2BD43171FE05}"/>
              </a:ext>
            </a:extLst>
          </p:cNvPr>
          <p:cNvPicPr>
            <a:picLocks xmlns:a="http://schemas.openxmlformats.org/drawingml/2006/main" noChangeAspect="1"/>
          </p:cNvPicPr>
          <p:nvPr/>
        </p:nvPicPr>
        <p:blipFill>
          <a:blip xmlns:r="http://schemas.openxmlformats.org/officeDocument/2006/relationships" xmlns:a="http://schemas.openxmlformats.org/drawingml/2006/main" r:embed="Ra264f8efdc7a4f5c"/>
          <a:srcRect xmlns:a="http://schemas.openxmlformats.org/drawingml/2006/main" l="16500" t="12500" r="2000" b="51000"/>
          <a:stretch xmlns:a="http://schemas.openxmlformats.org/drawingml/2006/main"/>
        </p:blipFill>
        <p:spPr>
          <a:xfrm xmlns:a="http://schemas.openxmlformats.org/drawingml/2006/main">
            <a:off x="628650" y="1476375"/>
            <a:ext cx="7810500" cy="4429125"/>
          </a:xfrm>
          <a:prstGeom xmlns:a="http://schemas.openxmlformats.org/drawingml/2006/main" prst="rect">
            <a:avLst/>
          </a:prstGeom>
        </p:spPr>
      </p:pic>
      <p:sp>
        <p:nvSpPr>
          <p:cNvPr id="5" name="text-46">
            <a:extLst xmlns:a="http://schemas.openxmlformats.org/drawingml/2006/main">
              <a:ext uri="{FF2B5EF4-FFF2-40B4-BE49-F238E27FC236}">
                <a16:creationId xmlns:a16="http://schemas.microsoft.com/office/drawing/2014/main" id="{A24B16BA-1AEC-4F21-885D-ED2A7A83B4F7}"/>
              </a:ext>
            </a:extLst>
          </p:cNvPr>
          <p:cNvSpPr>
            <a:spLocks xmlns:a="http://schemas.openxmlformats.org/drawingml/2006/main" noGrp="1"/>
          </p:cNvSpPr>
          <p:nvPr/>
        </p:nvSpPr>
        <p:spPr>
          <a:xfrm xmlns:a="http://schemas.openxmlformats.org/drawingml/2006/main">
            <a:off x="10858500" y="1952625"/>
            <a:ext cx="6477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1">
                <a:solidFill>
                  <a:srgbClr val="40E0B0"/>
                </a:solidFill>
                <a:latin typeface="Arial"/>
                <a:ea typeface="Arial"/>
                <a:cs typeface="Arial"/>
              </a:defRPr>
            </a:defPPr>
          </a:lstStyle>
          <a:p xmlns:a="http://schemas.openxmlformats.org/drawingml/2006/main">
            <a:pPr algn="ctr">
              <a:defRPr sz="2400" b="1">
                <a:solidFill>
                  <a:srgbClr val="40E0B0"/>
                </a:solidFill>
                <a:latin typeface="Arial"/>
                <a:ea typeface="Arial"/>
                <a:cs typeface="Arial"/>
              </a:defRPr>
            </a:pPr>
            <a:r>
              <a:rPr sz="2400" b="1">
                <a:solidFill>
                  <a:srgbClr val="40E0B0"/>
                </a:solidFill>
                <a:latin typeface="Arial"/>
                <a:ea typeface="Arial"/>
                <a:cs typeface="Arial"/>
              </a:rPr>
              <a:t>اختيار</a:t>
            </a:r>
          </a:p>
        </p:txBody>
      </p:sp>
      <p:sp>
        <p:nvSpPr>
          <p:cNvPr id="6" name="text-47">
            <a:extLst xmlns:a="http://schemas.openxmlformats.org/drawingml/2006/main">
              <a:ext uri="{FF2B5EF4-FFF2-40B4-BE49-F238E27FC236}">
                <a16:creationId xmlns:a16="http://schemas.microsoft.com/office/drawing/2014/main" id="{35C79004-883E-4A63-9BDF-70A2B482615D}"/>
              </a:ext>
            </a:extLst>
          </p:cNvPr>
          <p:cNvSpPr>
            <a:spLocks xmlns:a="http://schemas.openxmlformats.org/drawingml/2006/main" noGrp="1"/>
          </p:cNvSpPr>
          <p:nvPr/>
        </p:nvSpPr>
        <p:spPr>
          <a:xfrm xmlns:a="http://schemas.openxmlformats.org/drawingml/2006/main">
            <a:off x="10086213" y="1952625"/>
            <a:ext cx="71437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1">
                <a:solidFill>
                  <a:srgbClr val="40E0B0"/>
                </a:solidFill>
                <a:latin typeface="Arial"/>
                <a:ea typeface="Arial"/>
                <a:cs typeface="Arial"/>
              </a:defRPr>
            </a:defPPr>
          </a:lstStyle>
          <a:p xmlns:a="http://schemas.openxmlformats.org/drawingml/2006/main">
            <a:pPr algn="ctr">
              <a:defRPr sz="2400" b="1">
                <a:solidFill>
                  <a:srgbClr val="40E0B0"/>
                </a:solidFill>
                <a:latin typeface="Arial"/>
                <a:ea typeface="Arial"/>
                <a:cs typeface="Arial"/>
              </a:defRPr>
            </a:pPr>
            <a:r>
              <a:rPr sz="2400" b="1">
                <a:solidFill>
                  <a:srgbClr val="40E0B0"/>
                </a:solidFill>
                <a:latin typeface="Arial"/>
                <a:ea typeface="Arial"/>
                <a:cs typeface="Arial"/>
              </a:rPr>
              <a:t>المدينة</a:t>
            </a:r>
          </a:p>
        </p:txBody>
      </p:sp>
      <p:sp>
        <p:nvSpPr>
          <p:cNvPr id="7" name="text-48">
            <a:extLst xmlns:a="http://schemas.openxmlformats.org/drawingml/2006/main">
              <a:ext uri="{FF2B5EF4-FFF2-40B4-BE49-F238E27FC236}">
                <a16:creationId xmlns:a16="http://schemas.microsoft.com/office/drawing/2014/main" id="{BA761A43-BD5B-4625-AC80-EE6C59B37B72}"/>
              </a:ext>
            </a:extLst>
          </p:cNvPr>
          <p:cNvSpPr>
            <a:spLocks xmlns:a="http://schemas.openxmlformats.org/drawingml/2006/main" noGrp="1"/>
          </p:cNvSpPr>
          <p:nvPr/>
        </p:nvSpPr>
        <p:spPr>
          <a:xfrm xmlns:a="http://schemas.openxmlformats.org/drawingml/2006/main">
            <a:off x="10801350" y="2667000"/>
            <a:ext cx="7048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قراءات</a:t>
            </a:r>
          </a:p>
        </p:txBody>
      </p:sp>
      <p:sp>
        <p:nvSpPr>
          <p:cNvPr id="8" name="text-49">
            <a:extLst xmlns:a="http://schemas.openxmlformats.org/drawingml/2006/main">
              <a:ext uri="{FF2B5EF4-FFF2-40B4-BE49-F238E27FC236}">
                <a16:creationId xmlns:a16="http://schemas.microsoft.com/office/drawing/2014/main" id="{1D9C8473-4A69-4208-94E2-F112EA13C5DA}"/>
              </a:ext>
            </a:extLst>
          </p:cNvPr>
          <p:cNvSpPr>
            <a:spLocks xmlns:a="http://schemas.openxmlformats.org/drawingml/2006/main" noGrp="1"/>
          </p:cNvSpPr>
          <p:nvPr/>
        </p:nvSpPr>
        <p:spPr>
          <a:xfrm xmlns:a="http://schemas.openxmlformats.org/drawingml/2006/main">
            <a:off x="10080308" y="2667000"/>
            <a:ext cx="6667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وتاريخ</a:t>
            </a:r>
          </a:p>
        </p:txBody>
      </p:sp>
      <p:sp>
        <p:nvSpPr>
          <p:cNvPr id="9" name="text-50">
            <a:extLst xmlns:a="http://schemas.openxmlformats.org/drawingml/2006/main">
              <a:ext uri="{FF2B5EF4-FFF2-40B4-BE49-F238E27FC236}">
                <a16:creationId xmlns:a16="http://schemas.microsoft.com/office/drawing/2014/main" id="{CF54A96D-97BB-4548-B882-5CCB836196CD}"/>
              </a:ext>
            </a:extLst>
          </p:cNvPr>
          <p:cNvSpPr>
            <a:spLocks xmlns:a="http://schemas.openxmlformats.org/drawingml/2006/main" noGrp="1"/>
          </p:cNvSpPr>
          <p:nvPr/>
        </p:nvSpPr>
        <p:spPr>
          <a:xfrm xmlns:a="http://schemas.openxmlformats.org/drawingml/2006/main">
            <a:off x="10887075" y="3381375"/>
            <a:ext cx="6191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مقارنة</a:t>
            </a:r>
          </a:p>
        </p:txBody>
      </p:sp>
      <p:sp>
        <p:nvSpPr>
          <p:cNvPr id="10" name="text-51">
            <a:extLst xmlns:a="http://schemas.openxmlformats.org/drawingml/2006/main">
              <a:ext uri="{FF2B5EF4-FFF2-40B4-BE49-F238E27FC236}">
                <a16:creationId xmlns:a16="http://schemas.microsoft.com/office/drawing/2014/main" id="{347FF8B2-9CDE-4F1E-A515-4F1B01EB5857}"/>
              </a:ext>
            </a:extLst>
          </p:cNvPr>
          <p:cNvSpPr>
            <a:spLocks xmlns:a="http://schemas.openxmlformats.org/drawingml/2006/main" noGrp="1"/>
          </p:cNvSpPr>
          <p:nvPr/>
        </p:nvSpPr>
        <p:spPr>
          <a:xfrm xmlns:a="http://schemas.openxmlformats.org/drawingml/2006/main">
            <a:off x="10299383" y="3381375"/>
            <a:ext cx="5334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المدن</a:t>
            </a:r>
          </a:p>
        </p:txBody>
      </p:sp>
      <p:sp>
        <p:nvSpPr>
          <p:cNvPr id="11" name="text-52">
            <a:extLst xmlns:a="http://schemas.openxmlformats.org/drawingml/2006/main">
              <a:ext uri="{FF2B5EF4-FFF2-40B4-BE49-F238E27FC236}">
                <a16:creationId xmlns:a16="http://schemas.microsoft.com/office/drawing/2014/main" id="{4BD4DAD3-E500-47E6-A23B-1D7636805A30}"/>
              </a:ext>
            </a:extLst>
          </p:cNvPr>
          <p:cNvSpPr>
            <a:spLocks xmlns:a="http://schemas.openxmlformats.org/drawingml/2006/main" noGrp="1"/>
          </p:cNvSpPr>
          <p:nvPr/>
        </p:nvSpPr>
        <p:spPr>
          <a:xfrm xmlns:a="http://schemas.openxmlformats.org/drawingml/2006/main">
            <a:off x="10801350" y="4095750"/>
            <a:ext cx="7048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توقّعات</a:t>
            </a:r>
          </a:p>
        </p:txBody>
      </p:sp>
      <p:sp>
        <p:nvSpPr>
          <p:cNvPr id="12" name="text-53">
            <a:extLst xmlns:a="http://schemas.openxmlformats.org/drawingml/2006/main">
              <a:ext uri="{FF2B5EF4-FFF2-40B4-BE49-F238E27FC236}">
                <a16:creationId xmlns:a16="http://schemas.microsoft.com/office/drawing/2014/main" id="{57BFD71C-24C9-4D9F-85B2-FF1146EE4096}"/>
              </a:ext>
            </a:extLst>
          </p:cNvPr>
          <p:cNvSpPr>
            <a:spLocks xmlns:a="http://schemas.openxmlformats.org/drawingml/2006/main" noGrp="1"/>
          </p:cNvSpPr>
          <p:nvPr/>
        </p:nvSpPr>
        <p:spPr>
          <a:xfrm xmlns:a="http://schemas.openxmlformats.org/drawingml/2006/main">
            <a:off x="10099358" y="4095750"/>
            <a:ext cx="6477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0">
                <a:solidFill>
                  <a:srgbClr val="F4F8FC"/>
                </a:solidFill>
                <a:latin typeface="Arial"/>
                <a:ea typeface="Arial"/>
                <a:cs typeface="Arial"/>
              </a:defRPr>
            </a:defPPr>
          </a:lstStyle>
          <a:p xmlns:a="http://schemas.openxmlformats.org/drawingml/2006/main">
            <a:pPr algn="ctr">
              <a:defRPr sz="2250" b="0">
                <a:solidFill>
                  <a:srgbClr val="F4F8FC"/>
                </a:solidFill>
                <a:latin typeface="Arial"/>
                <a:ea typeface="Arial"/>
                <a:cs typeface="Arial"/>
              </a:defRPr>
            </a:pPr>
            <a:r>
              <a:rPr sz="2250" b="0">
                <a:solidFill>
                  <a:srgbClr val="F4F8FC"/>
                </a:solidFill>
                <a:latin typeface="Arial"/>
                <a:ea typeface="Arial"/>
                <a:cs typeface="Arial"/>
              </a:rPr>
              <a:t>مفصّلة</a:t>
            </a:r>
          </a:p>
        </p:txBody>
      </p:sp>
      <p:sp>
        <p:nvSpPr>
          <p:cNvPr id="13" name="text-54">
            <a:extLst xmlns:a="http://schemas.openxmlformats.org/drawingml/2006/main">
              <a:ext uri="{FF2B5EF4-FFF2-40B4-BE49-F238E27FC236}">
                <a16:creationId xmlns:a16="http://schemas.microsoft.com/office/drawing/2014/main" id="{B2D786D0-9E43-4696-BA3C-4B33CA83176B}"/>
              </a:ext>
            </a:extLst>
          </p:cNvPr>
          <p:cNvSpPr>
            <a:spLocks xmlns:a="http://schemas.openxmlformats.org/drawingml/2006/main" noGrp="1"/>
          </p:cNvSpPr>
          <p:nvPr/>
        </p:nvSpPr>
        <p:spPr>
          <a:xfrm xmlns:a="http://schemas.openxmlformats.org/drawingml/2006/main">
            <a:off x="10953750" y="5048250"/>
            <a:ext cx="5524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مصادر</a:t>
            </a:r>
          </a:p>
        </p:txBody>
      </p:sp>
      <p:sp>
        <p:nvSpPr>
          <p:cNvPr id="14" name="text-55">
            <a:extLst xmlns:a="http://schemas.openxmlformats.org/drawingml/2006/main">
              <a:ext uri="{FF2B5EF4-FFF2-40B4-BE49-F238E27FC236}">
                <a16:creationId xmlns:a16="http://schemas.microsoft.com/office/drawing/2014/main" id="{52DA91DC-A21D-48F9-A709-C607C26A9E32}"/>
              </a:ext>
            </a:extLst>
          </p:cNvPr>
          <p:cNvSpPr>
            <a:spLocks xmlns:a="http://schemas.openxmlformats.org/drawingml/2006/main" noGrp="1"/>
          </p:cNvSpPr>
          <p:nvPr/>
        </p:nvSpPr>
        <p:spPr>
          <a:xfrm xmlns:a="http://schemas.openxmlformats.org/drawingml/2006/main">
            <a:off x="10350151" y="5048250"/>
            <a:ext cx="5619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وتوقيت</a:t>
            </a:r>
          </a:p>
        </p:txBody>
      </p:sp>
      <p:sp>
        <p:nvSpPr>
          <p:cNvPr id="15" name="text-56">
            <a:extLst xmlns:a="http://schemas.openxmlformats.org/drawingml/2006/main">
              <a:ext uri="{FF2B5EF4-FFF2-40B4-BE49-F238E27FC236}">
                <a16:creationId xmlns:a16="http://schemas.microsoft.com/office/drawing/2014/main" id="{675D188C-0330-449A-AE02-BC11E3BC1BC9}"/>
              </a:ext>
            </a:extLst>
          </p:cNvPr>
          <p:cNvSpPr>
            <a:spLocks xmlns:a="http://schemas.openxmlformats.org/drawingml/2006/main" noGrp="1"/>
          </p:cNvSpPr>
          <p:nvPr/>
        </p:nvSpPr>
        <p:spPr>
          <a:xfrm xmlns:a="http://schemas.openxmlformats.org/drawingml/2006/main">
            <a:off x="9651302" y="5048250"/>
            <a:ext cx="6572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واضحان</a:t>
            </a:r>
          </a:p>
        </p:txBody>
      </p:sp>
      <p:sp>
        <p:nvSpPr>
          <p:cNvPr id="16" name="text-57">
            <a:extLst xmlns:a="http://schemas.openxmlformats.org/drawingml/2006/main">
              <a:ext uri="{FF2B5EF4-FFF2-40B4-BE49-F238E27FC236}">
                <a16:creationId xmlns:a16="http://schemas.microsoft.com/office/drawing/2014/main" id="{00BC8A27-747B-43C4-A1E2-FC65F45F20AE}"/>
              </a:ext>
            </a:extLst>
          </p:cNvPr>
          <p:cNvSpPr>
            <a:spLocks xmlns:a="http://schemas.openxmlformats.org/drawingml/2006/main" noGrp="1"/>
          </p:cNvSpPr>
          <p:nvPr/>
        </p:nvSpPr>
        <p:spPr>
          <a:xfrm xmlns:a="http://schemas.openxmlformats.org/drawingml/2006/main">
            <a:off x="8096250" y="6000750"/>
            <a:ext cx="295275"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A8BEC9"/>
                </a:solidFill>
                <a:latin typeface="Arial"/>
                <a:ea typeface="Arial"/>
                <a:cs typeface="Arial"/>
              </a:defRPr>
            </a:defPPr>
          </a:lstStyle>
          <a:p xmlns:a="http://schemas.openxmlformats.org/drawingml/2006/main">
            <a:pPr algn="ctr">
              <a:defRPr sz="1350" b="0">
                <a:solidFill>
                  <a:srgbClr val="A8BEC9"/>
                </a:solidFill>
                <a:latin typeface="Arial"/>
                <a:ea typeface="Arial"/>
                <a:cs typeface="Arial"/>
              </a:defRPr>
            </a:pPr>
            <a:r>
              <a:rPr sz="1350" b="0">
                <a:solidFill>
                  <a:srgbClr val="A8BEC9"/>
                </a:solidFill>
                <a:latin typeface="Arial"/>
                <a:ea typeface="Arial"/>
                <a:cs typeface="Arial"/>
              </a:rPr>
              <a:t>لقطة</a:t>
            </a:r>
          </a:p>
        </p:txBody>
      </p:sp>
      <p:sp>
        <p:nvSpPr>
          <p:cNvPr id="17" name="text-58">
            <a:extLst xmlns:a="http://schemas.openxmlformats.org/drawingml/2006/main">
              <a:ext uri="{FF2B5EF4-FFF2-40B4-BE49-F238E27FC236}">
                <a16:creationId xmlns:a16="http://schemas.microsoft.com/office/drawing/2014/main" id="{B63989E2-3D2A-4E76-946C-B30FD2B35713}"/>
              </a:ext>
            </a:extLst>
          </p:cNvPr>
          <p:cNvSpPr>
            <a:spLocks xmlns:a="http://schemas.openxmlformats.org/drawingml/2006/main" noGrp="1"/>
          </p:cNvSpPr>
          <p:nvPr/>
        </p:nvSpPr>
        <p:spPr>
          <a:xfrm xmlns:a="http://schemas.openxmlformats.org/drawingml/2006/main">
            <a:off x="7758875" y="6000750"/>
            <a:ext cx="30480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A8BEC9"/>
                </a:solidFill>
                <a:latin typeface="Arial"/>
                <a:ea typeface="Arial"/>
                <a:cs typeface="Arial"/>
              </a:defRPr>
            </a:defPPr>
          </a:lstStyle>
          <a:p xmlns:a="http://schemas.openxmlformats.org/drawingml/2006/main">
            <a:pPr algn="ctr">
              <a:defRPr sz="1350" b="0">
                <a:solidFill>
                  <a:srgbClr val="A8BEC9"/>
                </a:solidFill>
                <a:latin typeface="Arial"/>
                <a:ea typeface="Arial"/>
                <a:cs typeface="Arial"/>
              </a:defRPr>
            </a:pPr>
            <a:r>
              <a:rPr sz="1350" b="0">
                <a:solidFill>
                  <a:srgbClr val="A8BEC9"/>
                </a:solidFill>
                <a:latin typeface="Arial"/>
                <a:ea typeface="Arial"/>
                <a:cs typeface="Arial"/>
              </a:rPr>
              <a:t>فعلية</a:t>
            </a:r>
          </a:p>
        </p:txBody>
      </p:sp>
      <p:sp>
        <p:nvSpPr>
          <p:cNvPr id="18" name="text-59">
            <a:extLst xmlns:a="http://schemas.openxmlformats.org/drawingml/2006/main">
              <a:ext uri="{FF2B5EF4-FFF2-40B4-BE49-F238E27FC236}">
                <a16:creationId xmlns:a16="http://schemas.microsoft.com/office/drawing/2014/main" id="{CAED7B28-A641-49DE-B02E-0915D0611377}"/>
              </a:ext>
            </a:extLst>
          </p:cNvPr>
          <p:cNvSpPr>
            <a:spLocks xmlns:a="http://schemas.openxmlformats.org/drawingml/2006/main" noGrp="1"/>
          </p:cNvSpPr>
          <p:nvPr/>
        </p:nvSpPr>
        <p:spPr>
          <a:xfrm xmlns:a="http://schemas.openxmlformats.org/drawingml/2006/main">
            <a:off x="7516749" y="6000750"/>
            <a:ext cx="209550"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A8BEC9"/>
                </a:solidFill>
                <a:latin typeface="Arial"/>
                <a:ea typeface="Arial"/>
                <a:cs typeface="Arial"/>
              </a:defRPr>
            </a:defPPr>
          </a:lstStyle>
          <a:p xmlns:a="http://schemas.openxmlformats.org/drawingml/2006/main">
            <a:pPr algn="ctr">
              <a:defRPr sz="1350" b="0">
                <a:solidFill>
                  <a:srgbClr val="A8BEC9"/>
                </a:solidFill>
                <a:latin typeface="Arial"/>
                <a:ea typeface="Arial"/>
                <a:cs typeface="Arial"/>
              </a:defRPr>
            </a:pPr>
            <a:r>
              <a:rPr sz="1350" b="0">
                <a:solidFill>
                  <a:srgbClr val="A8BEC9"/>
                </a:solidFill>
                <a:latin typeface="Arial"/>
                <a:ea typeface="Arial"/>
                <a:cs typeface="Arial"/>
              </a:rPr>
              <a:t>من</a:t>
            </a:r>
          </a:p>
        </p:txBody>
      </p:sp>
      <p:sp>
        <p:nvSpPr>
          <p:cNvPr id="19" name="text-60">
            <a:extLst xmlns:a="http://schemas.openxmlformats.org/drawingml/2006/main">
              <a:ext uri="{FF2B5EF4-FFF2-40B4-BE49-F238E27FC236}">
                <a16:creationId xmlns:a16="http://schemas.microsoft.com/office/drawing/2014/main" id="{36CEBA95-A208-4FEC-A8CC-1CBB53D20F19}"/>
              </a:ext>
            </a:extLst>
          </p:cNvPr>
          <p:cNvSpPr>
            <a:spLocks xmlns:a="http://schemas.openxmlformats.org/drawingml/2006/main" noGrp="1"/>
          </p:cNvSpPr>
          <p:nvPr/>
        </p:nvSpPr>
        <p:spPr>
          <a:xfrm xmlns:a="http://schemas.openxmlformats.org/drawingml/2006/main">
            <a:off x="7036499" y="6000750"/>
            <a:ext cx="447675" cy="265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A8BEC9"/>
                </a:solidFill>
                <a:latin typeface="Arial"/>
                <a:ea typeface="Arial"/>
                <a:cs typeface="Arial"/>
              </a:defRPr>
            </a:defPPr>
          </a:lstStyle>
          <a:p xmlns:a="http://schemas.openxmlformats.org/drawingml/2006/main">
            <a:pPr algn="ctr">
              <a:defRPr sz="1350" b="0">
                <a:solidFill>
                  <a:srgbClr val="A8BEC9"/>
                </a:solidFill>
                <a:latin typeface="Arial"/>
                <a:ea typeface="Arial"/>
                <a:cs typeface="Arial"/>
              </a:defRPr>
            </a:pPr>
            <a:r>
              <a:rPr sz="1350" b="0">
                <a:solidFill>
                  <a:srgbClr val="A8BEC9"/>
                </a:solidFill>
                <a:latin typeface="Arial"/>
                <a:ea typeface="Arial"/>
                <a:cs typeface="Arial"/>
              </a:rPr>
              <a:t>التطبيق</a:t>
            </a:r>
          </a:p>
        </p:txBody>
      </p:sp>
    </p:spTree>
    <p:extLst>
      <p:ext uri="{BB962C8B-B14F-4D97-AF65-F5344CB8AC3E}">
        <p14:creationId xmlns:p14="http://schemas.microsoft.com/office/powerpoint/2010/main" val="1646663136"/>
      </p:ext>
    </p:extLst>
  </p:cSld>
</p:sld>
</file>

<file path=ppt/slides/slide4.xml><?xml version="1.0" encoding="utf-8"?>
<p:sld xmlns:p="http://schemas.openxmlformats.org/presentationml/2006/main">
  <p:cSld>
    <p:bg>
      <p:bgPr>
        <a:solidFill xmlns:a="http://schemas.openxmlformats.org/drawingml/2006/main">
          <a:srgbClr val="07131D"/>
        </a:solidFill>
      </p:bgPr>
    </p:bg>
    <p:spTree>
      <p:nvGrpSpPr>
        <p:cNvPr id="1" name=""/>
        <p:cNvGrpSpPr/>
        <p:nvPr/>
      </p:nvGrpSpPr>
      <p:grpSpPr>
        <a:xfrm xmlns:a="http://schemas.openxmlformats.org/drawingml/2006/main"/>
      </p:grpSpPr>
      <p:sp>
        <p:nvSpPr>
          <p:cNvPr id="19" name="text-61">
            <a:extLst xmlns:a="http://schemas.openxmlformats.org/drawingml/2006/main">
              <a:ext uri="{FF2B5EF4-FFF2-40B4-BE49-F238E27FC236}">
                <a16:creationId xmlns:a16="http://schemas.microsoft.com/office/drawing/2014/main" id="{EA0DBA28-7141-4D03-9372-9DB45B91F338}"/>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A8BEC9"/>
                </a:solidFill>
                <a:latin typeface="Arial"/>
                <a:ea typeface="Arial"/>
                <a:cs typeface="Arial"/>
              </a:defRPr>
            </a:defPPr>
          </a:lstStyle>
          <a:p xmlns:a="http://schemas.openxmlformats.org/drawingml/2006/main">
            <a:pPr algn="l">
              <a:defRPr sz="1275" b="0">
                <a:solidFill>
                  <a:srgbClr val="A8BEC9"/>
                </a:solidFill>
                <a:latin typeface="Arial"/>
                <a:ea typeface="Arial"/>
                <a:cs typeface="Arial"/>
              </a:defRPr>
            </a:pPr>
            <a:r>
              <a:rPr sz="1275" b="0">
                <a:solidFill>
                  <a:srgbClr val="A8BEC9"/>
                </a:solidFill>
                <a:latin typeface="Arial"/>
                <a:ea typeface="Arial"/>
                <a:cs typeface="Arial"/>
              </a:rPr>
              <a:t>04</a:t>
            </a:r>
          </a:p>
        </p:txBody>
      </p:sp>
      <p:sp>
        <p:nvSpPr>
          <p:cNvPr id="2" name="text-62">
            <a:extLst xmlns:a="http://schemas.openxmlformats.org/drawingml/2006/main">
              <a:ext uri="{FF2B5EF4-FFF2-40B4-BE49-F238E27FC236}">
                <a16:creationId xmlns:a16="http://schemas.microsoft.com/office/drawing/2014/main" id="{9C26BBD3-79ED-41AB-8D6C-805FAFCE46BB}"/>
              </a:ext>
            </a:extLst>
          </p:cNvPr>
          <p:cNvSpPr>
            <a:spLocks xmlns:a="http://schemas.openxmlformats.org/drawingml/2006/main" noGrp="1"/>
          </p:cNvSpPr>
          <p:nvPr/>
        </p:nvSpPr>
        <p:spPr>
          <a:xfrm xmlns:a="http://schemas.openxmlformats.org/drawingml/2006/main">
            <a:off x="11172825" y="457200"/>
            <a:ext cx="3333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ما</a:t>
            </a:r>
          </a:p>
        </p:txBody>
      </p:sp>
      <p:sp>
        <p:nvSpPr>
          <p:cNvPr id="3" name="text-63">
            <a:extLst xmlns:a="http://schemas.openxmlformats.org/drawingml/2006/main">
              <a:ext uri="{FF2B5EF4-FFF2-40B4-BE49-F238E27FC236}">
                <a16:creationId xmlns:a16="http://schemas.microsoft.com/office/drawing/2014/main" id="{60993C3E-B86E-474D-B39A-FCB394CC257D}"/>
              </a:ext>
            </a:extLst>
          </p:cNvPr>
          <p:cNvSpPr>
            <a:spLocks xmlns:a="http://schemas.openxmlformats.org/drawingml/2006/main" noGrp="1"/>
          </p:cNvSpPr>
          <p:nvPr/>
        </p:nvSpPr>
        <p:spPr>
          <a:xfrm xmlns:a="http://schemas.openxmlformats.org/drawingml/2006/main">
            <a:off x="10403777" y="457200"/>
            <a:ext cx="6858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الذي</a:t>
            </a:r>
          </a:p>
        </p:txBody>
      </p:sp>
      <p:sp>
        <p:nvSpPr>
          <p:cNvPr id="4" name="text-64">
            <a:extLst xmlns:a="http://schemas.openxmlformats.org/drawingml/2006/main">
              <a:ext uri="{FF2B5EF4-FFF2-40B4-BE49-F238E27FC236}">
                <a16:creationId xmlns:a16="http://schemas.microsoft.com/office/drawing/2014/main" id="{2B89A84A-738D-459E-AF75-4BBB5E4D5585}"/>
              </a:ext>
            </a:extLst>
          </p:cNvPr>
          <p:cNvSpPr>
            <a:spLocks xmlns:a="http://schemas.openxmlformats.org/drawingml/2006/main" noGrp="1"/>
          </p:cNvSpPr>
          <p:nvPr/>
        </p:nvSpPr>
        <p:spPr>
          <a:xfrm xmlns:a="http://schemas.openxmlformats.org/drawingml/2006/main">
            <a:off x="9358503" y="457200"/>
            <a:ext cx="9620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يتوقّعه</a:t>
            </a:r>
          </a:p>
        </p:txBody>
      </p:sp>
      <p:sp>
        <p:nvSpPr>
          <p:cNvPr id="5" name="text-65">
            <a:extLst xmlns:a="http://schemas.openxmlformats.org/drawingml/2006/main">
              <a:ext uri="{FF2B5EF4-FFF2-40B4-BE49-F238E27FC236}">
                <a16:creationId xmlns:a16="http://schemas.microsoft.com/office/drawing/2014/main" id="{C0D7AD5C-7BE1-4B45-BE24-2BAEEB908D23}"/>
              </a:ext>
            </a:extLst>
          </p:cNvPr>
          <p:cNvSpPr>
            <a:spLocks xmlns:a="http://schemas.openxmlformats.org/drawingml/2006/main" noGrp="1"/>
          </p:cNvSpPr>
          <p:nvPr/>
        </p:nvSpPr>
        <p:spPr>
          <a:xfrm xmlns:a="http://schemas.openxmlformats.org/drawingml/2006/main">
            <a:off x="8017955" y="457200"/>
            <a:ext cx="12573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الموديل؟</a:t>
            </a:r>
          </a:p>
        </p:txBody>
      </p:sp>
      <p:sp>
        <p:nvSpPr>
          <p:cNvPr id="6" name="text-66">
            <a:extLst xmlns:a="http://schemas.openxmlformats.org/drawingml/2006/main">
              <a:ext uri="{FF2B5EF4-FFF2-40B4-BE49-F238E27FC236}">
                <a16:creationId xmlns:a16="http://schemas.microsoft.com/office/drawing/2014/main" id="{67C31C7B-6F90-43B8-84AB-A2E17DAAA646}"/>
              </a:ext>
            </a:extLst>
          </p:cNvPr>
          <p:cNvSpPr>
            <a:spLocks xmlns:a="http://schemas.openxmlformats.org/drawingml/2006/main" noGrp="1"/>
          </p:cNvSpPr>
          <p:nvPr/>
        </p:nvSpPr>
        <p:spPr>
          <a:xfrm xmlns:a="http://schemas.openxmlformats.org/drawingml/2006/main">
            <a:off x="695325" y="1590675"/>
            <a:ext cx="304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0650" b="1">
                <a:solidFill>
                  <a:srgbClr val="40E0B0"/>
                </a:solidFill>
                <a:latin typeface="Arial"/>
                <a:ea typeface="Arial"/>
                <a:cs typeface="Arial"/>
              </a:defRPr>
            </a:defPPr>
          </a:lstStyle>
          <a:p xmlns:a="http://schemas.openxmlformats.org/drawingml/2006/main">
            <a:pPr algn="l">
              <a:defRPr sz="10650" b="1">
                <a:solidFill>
                  <a:srgbClr val="40E0B0"/>
                </a:solidFill>
                <a:latin typeface="Arial"/>
                <a:ea typeface="Arial"/>
                <a:cs typeface="Arial"/>
              </a:defRPr>
            </a:pPr>
            <a:r>
              <a:rPr sz="10650" b="1">
                <a:solidFill>
                  <a:srgbClr val="40E0B0"/>
                </a:solidFill>
                <a:latin typeface="Arial"/>
                <a:ea typeface="Arial"/>
                <a:cs typeface="Arial"/>
              </a:rPr>
              <a:t>72</a:t>
            </a:r>
          </a:p>
        </p:txBody>
      </p:sp>
      <p:sp>
        <p:nvSpPr>
          <p:cNvPr id="7" name="text-67">
            <a:extLst xmlns:a="http://schemas.openxmlformats.org/drawingml/2006/main">
              <a:ext uri="{FF2B5EF4-FFF2-40B4-BE49-F238E27FC236}">
                <a16:creationId xmlns:a16="http://schemas.microsoft.com/office/drawing/2014/main" id="{963924CA-1E13-4BA6-86ED-F3E440ECEF21}"/>
              </a:ext>
            </a:extLst>
          </p:cNvPr>
          <p:cNvSpPr>
            <a:spLocks xmlns:a="http://schemas.openxmlformats.org/drawingml/2006/main" noGrp="1"/>
          </p:cNvSpPr>
          <p:nvPr/>
        </p:nvSpPr>
        <p:spPr>
          <a:xfrm xmlns:a="http://schemas.openxmlformats.org/drawingml/2006/main">
            <a:off x="2819400" y="3276600"/>
            <a:ext cx="5143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F4F8FC"/>
                </a:solidFill>
                <a:latin typeface="Arial"/>
                <a:ea typeface="Arial"/>
                <a:cs typeface="Arial"/>
              </a:defRPr>
            </a:def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توقّعًا</a:t>
            </a:r>
          </a:p>
        </p:txBody>
      </p:sp>
      <p:sp>
        <p:nvSpPr>
          <p:cNvPr id="8" name="text-68">
            <a:extLst xmlns:a="http://schemas.openxmlformats.org/drawingml/2006/main">
              <a:ext uri="{FF2B5EF4-FFF2-40B4-BE49-F238E27FC236}">
                <a16:creationId xmlns:a16="http://schemas.microsoft.com/office/drawing/2014/main" id="{2A01C2E8-5ED6-432B-896E-70B9E9A7BD47}"/>
              </a:ext>
            </a:extLst>
          </p:cNvPr>
          <p:cNvSpPr>
            <a:spLocks xmlns:a="http://schemas.openxmlformats.org/drawingml/2006/main" noGrp="1"/>
          </p:cNvSpPr>
          <p:nvPr/>
        </p:nvSpPr>
        <p:spPr>
          <a:xfrm xmlns:a="http://schemas.openxmlformats.org/drawingml/2006/main">
            <a:off x="1984058" y="3276600"/>
            <a:ext cx="7810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F4F8FC"/>
                </a:solidFill>
                <a:latin typeface="Arial"/>
                <a:ea typeface="Arial"/>
                <a:cs typeface="Arial"/>
              </a:defRPr>
            </a:def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بالساعة</a:t>
            </a:r>
          </a:p>
        </p:txBody>
      </p:sp>
      <p:sp>
        <p:nvSpPr>
          <p:cNvPr id="9" name="text-69">
            <a:extLst xmlns:a="http://schemas.openxmlformats.org/drawingml/2006/main">
              <a:ext uri="{FF2B5EF4-FFF2-40B4-BE49-F238E27FC236}">
                <a16:creationId xmlns:a16="http://schemas.microsoft.com/office/drawing/2014/main" id="{87FC0F77-3327-4D27-9C64-C3ED1742C3A0}"/>
              </a:ext>
            </a:extLst>
          </p:cNvPr>
          <p:cNvSpPr>
            <a:spLocks xmlns:a="http://schemas.openxmlformats.org/drawingml/2006/main" noGrp="1"/>
          </p:cNvSpPr>
          <p:nvPr/>
        </p:nvSpPr>
        <p:spPr>
          <a:xfrm xmlns:a="http://schemas.openxmlformats.org/drawingml/2006/main">
            <a:off x="704850" y="40005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675" b="1">
                <a:solidFill>
                  <a:srgbClr val="F4F8FC"/>
                </a:solidFill>
                <a:latin typeface="Arial"/>
                <a:ea typeface="Arial"/>
                <a:cs typeface="Arial"/>
              </a:defRPr>
            </a:defPPr>
          </a:lstStyle>
          <a:p xmlns:a="http://schemas.openxmlformats.org/drawingml/2006/main">
            <a:pPr algn="l">
              <a:defRPr sz="3675" b="1">
                <a:solidFill>
                  <a:srgbClr val="F4F8FC"/>
                </a:solidFill>
                <a:latin typeface="Arial"/>
                <a:ea typeface="Arial"/>
                <a:cs typeface="Arial"/>
              </a:defRPr>
            </a:pPr>
            <a:r>
              <a:rPr sz="3675" b="1">
                <a:solidFill>
                  <a:srgbClr val="F4F8FC"/>
                </a:solidFill>
                <a:latin typeface="Arial"/>
                <a:ea typeface="Arial"/>
                <a:cs typeface="Arial"/>
              </a:rPr>
              <a:t>PM2.5</a:t>
            </a:r>
          </a:p>
        </p:txBody>
      </p:sp>
      <p:sp>
        <p:nvSpPr>
          <p:cNvPr id="10" name="text-70">
            <a:extLst xmlns:a="http://schemas.openxmlformats.org/drawingml/2006/main">
              <a:ext uri="{FF2B5EF4-FFF2-40B4-BE49-F238E27FC236}">
                <a16:creationId xmlns:a16="http://schemas.microsoft.com/office/drawing/2014/main" id="{CFE6AD9C-EA46-4240-800D-B630FC52EDCC}"/>
              </a:ext>
            </a:extLst>
          </p:cNvPr>
          <p:cNvSpPr>
            <a:spLocks xmlns:a="http://schemas.openxmlformats.org/drawingml/2006/main" noGrp="1"/>
          </p:cNvSpPr>
          <p:nvPr/>
        </p:nvSpPr>
        <p:spPr>
          <a:xfrm xmlns:a="http://schemas.openxmlformats.org/drawingml/2006/main">
            <a:off x="733425" y="473392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A8BEC9"/>
                </a:solidFill>
                <a:latin typeface="Arial"/>
                <a:ea typeface="Arial"/>
                <a:cs typeface="Arial"/>
              </a:defRPr>
            </a:defPPr>
          </a:lstStyle>
          <a:p xmlns:a="http://schemas.openxmlformats.org/drawingml/2006/main">
            <a:pPr algn="l">
              <a:defRPr sz="2250" b="0">
                <a:solidFill>
                  <a:srgbClr val="A8BEC9"/>
                </a:solidFill>
                <a:latin typeface="Arial"/>
                <a:ea typeface="Arial"/>
                <a:cs typeface="Arial"/>
              </a:defRPr>
            </a:pPr>
            <a:r>
              <a:rPr sz="2250" b="0">
                <a:solidFill>
                  <a:srgbClr val="A8BEC9"/>
                </a:solidFill>
                <a:latin typeface="Arial"/>
                <a:ea typeface="Arial"/>
                <a:cs typeface="Arial"/>
              </a:rPr>
              <a:t>µg/m³</a:t>
            </a:r>
          </a:p>
        </p:txBody>
      </p:sp>
      <p:pic>
        <p:nvPicPr>
          <p:cNvPr id="11" name="">
            <a:extLst xmlns:a="http://schemas.openxmlformats.org/drawingml/2006/main">
              <a:ext uri="{FF2B5EF4-FFF2-40B4-BE49-F238E27FC236}">
                <a16:creationId xmlns:a16="http://schemas.microsoft.com/office/drawing/2014/main" id="{91B844F5-2E32-4717-8765-C0BD9917614F}"/>
              </a:ext>
            </a:extLst>
          </p:cNvPr>
          <p:cNvPicPr>
            <a:picLocks xmlns:a="http://schemas.openxmlformats.org/drawingml/2006/main" noChangeAspect="1"/>
          </p:cNvPicPr>
          <p:nvPr/>
        </p:nvPicPr>
        <p:blipFill>
          <a:blip xmlns:r="http://schemas.openxmlformats.org/officeDocument/2006/relationships" xmlns:a="http://schemas.openxmlformats.org/drawingml/2006/main" r:embed="R1575298e03764213"/>
          <a:srcRect xmlns:a="http://schemas.openxmlformats.org/drawingml/2006/main" l="17000" t="9000" r="2500" b="68000"/>
          <a:stretch xmlns:a="http://schemas.openxmlformats.org/drawingml/2006/main"/>
        </p:blipFill>
        <p:spPr>
          <a:xfrm xmlns:a="http://schemas.openxmlformats.org/drawingml/2006/main">
            <a:off x="3962400" y="1704975"/>
            <a:ext cx="7562850" cy="3962400"/>
          </a:xfrm>
          <a:prstGeom xmlns:a="http://schemas.openxmlformats.org/drawingml/2006/main" prst="rect">
            <a:avLst/>
          </a:prstGeom>
        </p:spPr>
      </p:pic>
      <p:sp>
        <p:nvSpPr>
          <p:cNvPr id="12" name="text-71">
            <a:extLst xmlns:a="http://schemas.openxmlformats.org/drawingml/2006/main">
              <a:ext uri="{FF2B5EF4-FFF2-40B4-BE49-F238E27FC236}">
                <a16:creationId xmlns:a16="http://schemas.microsoft.com/office/drawing/2014/main" id="{78A9DB8F-3C94-486D-9324-D8FE038EF11D}"/>
              </a:ext>
            </a:extLst>
          </p:cNvPr>
          <p:cNvSpPr>
            <a:spLocks xmlns:a="http://schemas.openxmlformats.org/drawingml/2006/main" noGrp="1"/>
          </p:cNvSpPr>
          <p:nvPr/>
        </p:nvSpPr>
        <p:spPr>
          <a:xfrm xmlns:a="http://schemas.openxmlformats.org/drawingml/2006/main">
            <a:off x="11163300" y="5867400"/>
            <a:ext cx="34290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مثال</a:t>
            </a:r>
          </a:p>
        </p:txBody>
      </p:sp>
      <p:sp>
        <p:nvSpPr>
          <p:cNvPr id="13" name="text-72">
            <a:extLst xmlns:a="http://schemas.openxmlformats.org/drawingml/2006/main">
              <a:ext uri="{FF2B5EF4-FFF2-40B4-BE49-F238E27FC236}">
                <a16:creationId xmlns:a16="http://schemas.microsoft.com/office/drawing/2014/main" id="{6C7001B8-7C84-4FD8-AC05-C8BF3F9E7412}"/>
              </a:ext>
            </a:extLst>
          </p:cNvPr>
          <p:cNvSpPr>
            <a:spLocks xmlns:a="http://schemas.openxmlformats.org/drawingml/2006/main" noGrp="1"/>
          </p:cNvSpPr>
          <p:nvPr/>
        </p:nvSpPr>
        <p:spPr>
          <a:xfrm xmlns:a="http://schemas.openxmlformats.org/drawingml/2006/main">
            <a:off x="10875836" y="5867400"/>
            <a:ext cx="24765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من</a:t>
            </a:r>
          </a:p>
        </p:txBody>
      </p:sp>
      <p:sp>
        <p:nvSpPr>
          <p:cNvPr id="14" name="text-73">
            <a:extLst xmlns:a="http://schemas.openxmlformats.org/drawingml/2006/main">
              <a:ext uri="{FF2B5EF4-FFF2-40B4-BE49-F238E27FC236}">
                <a16:creationId xmlns:a16="http://schemas.microsoft.com/office/drawing/2014/main" id="{182C4C20-419C-4BE2-8804-B3949F9DFC61}"/>
              </a:ext>
            </a:extLst>
          </p:cNvPr>
          <p:cNvSpPr>
            <a:spLocks xmlns:a="http://schemas.openxmlformats.org/drawingml/2006/main" noGrp="1"/>
          </p:cNvSpPr>
          <p:nvPr/>
        </p:nvSpPr>
        <p:spPr>
          <a:xfrm xmlns:a="http://schemas.openxmlformats.org/drawingml/2006/main">
            <a:off x="10302621" y="5867400"/>
            <a:ext cx="53340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التطبيق</a:t>
            </a:r>
          </a:p>
        </p:txBody>
      </p:sp>
      <p:sp>
        <p:nvSpPr>
          <p:cNvPr id="15" name="text-74">
            <a:extLst xmlns:a="http://schemas.openxmlformats.org/drawingml/2006/main">
              <a:ext uri="{FF2B5EF4-FFF2-40B4-BE49-F238E27FC236}">
                <a16:creationId xmlns:a16="http://schemas.microsoft.com/office/drawing/2014/main" id="{E8E3F590-818A-4FEF-93D6-AF8EAF61B87C}"/>
              </a:ext>
            </a:extLst>
          </p:cNvPr>
          <p:cNvSpPr>
            <a:spLocks xmlns:a="http://schemas.openxmlformats.org/drawingml/2006/main" noGrp="1"/>
          </p:cNvSpPr>
          <p:nvPr/>
        </p:nvSpPr>
        <p:spPr>
          <a:xfrm xmlns:a="http://schemas.openxmlformats.org/drawingml/2006/main">
            <a:off x="9748456" y="5867400"/>
            <a:ext cx="51435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يعرض</a:t>
            </a:r>
          </a:p>
        </p:txBody>
      </p:sp>
      <p:sp>
        <p:nvSpPr>
          <p:cNvPr id="16" name="text-75">
            <a:extLst xmlns:a="http://schemas.openxmlformats.org/drawingml/2006/main">
              <a:ext uri="{FF2B5EF4-FFF2-40B4-BE49-F238E27FC236}">
                <a16:creationId xmlns:a16="http://schemas.microsoft.com/office/drawing/2014/main" id="{8D74757D-AFF1-406A-9AFE-B9E0F647360B}"/>
              </a:ext>
            </a:extLst>
          </p:cNvPr>
          <p:cNvSpPr>
            <a:spLocks xmlns:a="http://schemas.openxmlformats.org/drawingml/2006/main" noGrp="1"/>
          </p:cNvSpPr>
          <p:nvPr/>
        </p:nvSpPr>
        <p:spPr>
          <a:xfrm xmlns:a="http://schemas.openxmlformats.org/drawingml/2006/main">
            <a:off x="9413367" y="5867400"/>
            <a:ext cx="29527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أول</a:t>
            </a:r>
          </a:p>
        </p:txBody>
      </p:sp>
      <p:sp>
        <p:nvSpPr>
          <p:cNvPr id="17" name="text-76">
            <a:extLst xmlns:a="http://schemas.openxmlformats.org/drawingml/2006/main">
              <a:ext uri="{FF2B5EF4-FFF2-40B4-BE49-F238E27FC236}">
                <a16:creationId xmlns:a16="http://schemas.microsoft.com/office/drawing/2014/main" id="{D8B533A0-3773-4C53-B257-BA33DF1190A5}"/>
              </a:ext>
            </a:extLst>
          </p:cNvPr>
          <p:cNvSpPr>
            <a:spLocks xmlns:a="http://schemas.openxmlformats.org/drawingml/2006/main" noGrp="1"/>
          </p:cNvSpPr>
          <p:nvPr/>
        </p:nvSpPr>
        <p:spPr>
          <a:xfrm xmlns:a="http://schemas.openxmlformats.org/drawingml/2006/main">
            <a:off x="9097328" y="5867400"/>
            <a:ext cx="27622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٢٤</a:t>
            </a:r>
          </a:p>
        </p:txBody>
      </p:sp>
      <p:sp>
        <p:nvSpPr>
          <p:cNvPr id="18" name="text-77">
            <a:extLst xmlns:a="http://schemas.openxmlformats.org/drawingml/2006/main">
              <a:ext uri="{FF2B5EF4-FFF2-40B4-BE49-F238E27FC236}">
                <a16:creationId xmlns:a16="http://schemas.microsoft.com/office/drawing/2014/main" id="{DFB9A8D5-7EBB-4056-97F6-324FA1A56207}"/>
              </a:ext>
            </a:extLst>
          </p:cNvPr>
          <p:cNvSpPr>
            <a:spLocks xmlns:a="http://schemas.openxmlformats.org/drawingml/2006/main" noGrp="1"/>
          </p:cNvSpPr>
          <p:nvPr/>
        </p:nvSpPr>
        <p:spPr>
          <a:xfrm xmlns:a="http://schemas.openxmlformats.org/drawingml/2006/main">
            <a:off x="8657463" y="5867400"/>
            <a:ext cx="40005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A8BEC9"/>
                </a:solidFill>
                <a:latin typeface="Arial"/>
                <a:ea typeface="Arial"/>
                <a:cs typeface="Arial"/>
              </a:defRPr>
            </a:defPPr>
          </a:lstStyle>
          <a:p xmlns:a="http://schemas.openxmlformats.org/drawingml/2006/main">
            <a:pPr algn="ctr">
              <a:defRPr sz="1650" b="0">
                <a:solidFill>
                  <a:srgbClr val="A8BEC9"/>
                </a:solidFill>
                <a:latin typeface="Arial"/>
                <a:ea typeface="Arial"/>
                <a:cs typeface="Arial"/>
              </a:defRPr>
            </a:pPr>
            <a:r>
              <a:rPr sz="1650" b="0">
                <a:solidFill>
                  <a:srgbClr val="A8BEC9"/>
                </a:solidFill>
                <a:latin typeface="Arial"/>
                <a:ea typeface="Arial"/>
                <a:cs typeface="Arial"/>
              </a:rPr>
              <a:t>ساعة</a:t>
            </a:r>
          </a:p>
        </p:txBody>
      </p:sp>
    </p:spTree>
    <p:extLst>
      <p:ext uri="{BB962C8B-B14F-4D97-AF65-F5344CB8AC3E}">
        <p14:creationId xmlns:p14="http://schemas.microsoft.com/office/powerpoint/2010/main" val="1629081949"/>
      </p:ext>
    </p:extLst>
  </p:cSld>
</p:sld>
</file>

<file path=ppt/slides/slide5.xml><?xml version="1.0" encoding="utf-8"?>
<p:sld xmlns:p="http://schemas.openxmlformats.org/presentationml/2006/main">
  <p:cSld>
    <p:bg>
      <p:bgPr>
        <a:solidFill xmlns:a="http://schemas.openxmlformats.org/drawingml/2006/main">
          <a:srgbClr val="F3F6F4"/>
        </a:solidFill>
      </p:bgPr>
    </p:bg>
    <p:spTree>
      <p:nvGrpSpPr>
        <p:cNvPr id="1" name=""/>
        <p:cNvGrpSpPr/>
        <p:nvPr/>
      </p:nvGrpSpPr>
      <p:grpSpPr>
        <a:xfrm xmlns:a="http://schemas.openxmlformats.org/drawingml/2006/main"/>
      </p:grpSpPr>
      <p:sp>
        <p:nvSpPr>
          <p:cNvPr id="52" name="text-78">
            <a:extLst xmlns:a="http://schemas.openxmlformats.org/drawingml/2006/main">
              <a:ext uri="{FF2B5EF4-FFF2-40B4-BE49-F238E27FC236}">
                <a16:creationId xmlns:a16="http://schemas.microsoft.com/office/drawing/2014/main" id="{4A5999CE-2087-43BB-93C4-967B0F8A736E}"/>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49616A"/>
                </a:solidFill>
                <a:latin typeface="Arial"/>
                <a:ea typeface="Arial"/>
                <a:cs typeface="Arial"/>
              </a:defRPr>
            </a:defPPr>
          </a:lstStyle>
          <a:p xmlns:a="http://schemas.openxmlformats.org/drawingml/2006/main">
            <a:pPr algn="l">
              <a:defRPr sz="1275" b="0">
                <a:solidFill>
                  <a:srgbClr val="49616A"/>
                </a:solidFill>
                <a:latin typeface="Arial"/>
                <a:ea typeface="Arial"/>
                <a:cs typeface="Arial"/>
              </a:defRPr>
            </a:pPr>
            <a:r>
              <a:rPr sz="1275" b="0">
                <a:solidFill>
                  <a:srgbClr val="49616A"/>
                </a:solidFill>
                <a:latin typeface="Arial"/>
                <a:ea typeface="Arial"/>
                <a:cs typeface="Arial"/>
              </a:rPr>
              <a:t>05</a:t>
            </a:r>
          </a:p>
        </p:txBody>
      </p:sp>
      <p:sp>
        <p:nvSpPr>
          <p:cNvPr id="2" name="text-79">
            <a:extLst xmlns:a="http://schemas.openxmlformats.org/drawingml/2006/main">
              <a:ext uri="{FF2B5EF4-FFF2-40B4-BE49-F238E27FC236}">
                <a16:creationId xmlns:a16="http://schemas.microsoft.com/office/drawing/2014/main" id="{B2A16B4F-32BF-4640-9E78-9F0316658848}"/>
              </a:ext>
            </a:extLst>
          </p:cNvPr>
          <p:cNvSpPr>
            <a:spLocks xmlns:a="http://schemas.openxmlformats.org/drawingml/2006/main" noGrp="1"/>
          </p:cNvSpPr>
          <p:nvPr/>
        </p:nvSpPr>
        <p:spPr>
          <a:xfrm xmlns:a="http://schemas.openxmlformats.org/drawingml/2006/main">
            <a:off x="10848975" y="457200"/>
            <a:ext cx="6572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كيف</a:t>
            </a:r>
          </a:p>
        </p:txBody>
      </p:sp>
      <p:sp>
        <p:nvSpPr>
          <p:cNvPr id="3" name="text-80">
            <a:extLst xmlns:a="http://schemas.openxmlformats.org/drawingml/2006/main">
              <a:ext uri="{FF2B5EF4-FFF2-40B4-BE49-F238E27FC236}">
                <a16:creationId xmlns:a16="http://schemas.microsoft.com/office/drawing/2014/main" id="{AF341BF2-6E96-4E0B-BDF2-41C6C1F69AB2}"/>
              </a:ext>
            </a:extLst>
          </p:cNvPr>
          <p:cNvSpPr>
            <a:spLocks xmlns:a="http://schemas.openxmlformats.org/drawingml/2006/main" noGrp="1"/>
          </p:cNvSpPr>
          <p:nvPr/>
        </p:nvSpPr>
        <p:spPr>
          <a:xfrm xmlns:a="http://schemas.openxmlformats.org/drawingml/2006/main">
            <a:off x="10060877" y="457200"/>
            <a:ext cx="7048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يعمل</a:t>
            </a:r>
          </a:p>
        </p:txBody>
      </p:sp>
      <p:sp>
        <p:nvSpPr>
          <p:cNvPr id="4" name="text-81">
            <a:extLst xmlns:a="http://schemas.openxmlformats.org/drawingml/2006/main">
              <a:ext uri="{FF2B5EF4-FFF2-40B4-BE49-F238E27FC236}">
                <a16:creationId xmlns:a16="http://schemas.microsoft.com/office/drawing/2014/main" id="{AA29864A-A5D3-4D3B-8894-27A4D58D900F}"/>
              </a:ext>
            </a:extLst>
          </p:cNvPr>
          <p:cNvSpPr>
            <a:spLocks xmlns:a="http://schemas.openxmlformats.org/drawingml/2006/main" noGrp="1"/>
          </p:cNvSpPr>
          <p:nvPr/>
        </p:nvSpPr>
        <p:spPr>
          <a:xfrm xmlns:a="http://schemas.openxmlformats.org/drawingml/2006/main">
            <a:off x="8501253" y="457200"/>
            <a:ext cx="14763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المشروع؟</a:t>
            </a:r>
          </a:p>
        </p:txBody>
      </p:sp>
      <p:sp>
        <p:nvSpPr>
          <p:cNvPr id="5" name="text-82">
            <a:extLst xmlns:a="http://schemas.openxmlformats.org/drawingml/2006/main">
              <a:ext uri="{FF2B5EF4-FFF2-40B4-BE49-F238E27FC236}">
                <a16:creationId xmlns:a16="http://schemas.microsoft.com/office/drawing/2014/main" id="{E22D1851-0AE2-449C-BBCA-ACB460F143FE}"/>
              </a:ext>
            </a:extLst>
          </p:cNvPr>
          <p:cNvSpPr>
            <a:spLocks xmlns:a="http://schemas.openxmlformats.org/drawingml/2006/main" noGrp="1"/>
          </p:cNvSpPr>
          <p:nvPr/>
        </p:nvSpPr>
        <p:spPr>
          <a:xfrm xmlns:a="http://schemas.openxmlformats.org/drawingml/2006/main">
            <a:off x="9220200" y="18097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4350" b="1">
                <a:solidFill>
                  <a:srgbClr val="007E6D"/>
                </a:solidFill>
                <a:latin typeface="Arial"/>
                <a:ea typeface="Arial"/>
                <a:cs typeface="Arial"/>
              </a:defRPr>
            </a:defPPr>
          </a:lstStyle>
          <a:p xmlns:a="http://schemas.openxmlformats.org/drawingml/2006/main">
            <a:pPr algn="r">
              <a:defRPr sz="4350" b="1">
                <a:solidFill>
                  <a:srgbClr val="007E6D"/>
                </a:solidFill>
                <a:latin typeface="Arial"/>
                <a:ea typeface="Arial"/>
                <a:cs typeface="Arial"/>
              </a:defRPr>
            </a:pPr>
            <a:r>
              <a:rPr sz="4350" b="1">
                <a:solidFill>
                  <a:srgbClr val="007E6D"/>
                </a:solidFill>
                <a:latin typeface="Arial"/>
                <a:ea typeface="Arial"/>
                <a:cs typeface="Arial"/>
              </a:rPr>
              <a:t>01</a:t>
            </a:r>
          </a:p>
        </p:txBody>
      </p:sp>
      <p:sp>
        <p:nvSpPr>
          <p:cNvPr id="6" name="text-83">
            <a:extLst xmlns:a="http://schemas.openxmlformats.org/drawingml/2006/main">
              <a:ext uri="{FF2B5EF4-FFF2-40B4-BE49-F238E27FC236}">
                <a16:creationId xmlns:a16="http://schemas.microsoft.com/office/drawing/2014/main" id="{0A96B262-161E-4A2A-B7DD-F6FF9DCC36B3}"/>
              </a:ext>
            </a:extLst>
          </p:cNvPr>
          <p:cNvSpPr>
            <a:spLocks xmlns:a="http://schemas.openxmlformats.org/drawingml/2006/main" noGrp="1"/>
          </p:cNvSpPr>
          <p:nvPr/>
        </p:nvSpPr>
        <p:spPr>
          <a:xfrm xmlns:a="http://schemas.openxmlformats.org/drawingml/2006/main">
            <a:off x="11068050" y="2724150"/>
            <a:ext cx="4381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جمع</a:t>
            </a:r>
          </a:p>
        </p:txBody>
      </p:sp>
      <p:sp>
        <p:nvSpPr>
          <p:cNvPr id="7" name="text-84">
            <a:extLst xmlns:a="http://schemas.openxmlformats.org/drawingml/2006/main">
              <a:ext uri="{FF2B5EF4-FFF2-40B4-BE49-F238E27FC236}">
                <a16:creationId xmlns:a16="http://schemas.microsoft.com/office/drawing/2014/main" id="{DF4D8FB6-4E02-4F22-85AE-C0AD6B65AD15}"/>
              </a:ext>
            </a:extLst>
          </p:cNvPr>
          <p:cNvSpPr>
            <a:spLocks xmlns:a="http://schemas.openxmlformats.org/drawingml/2006/main" noGrp="1"/>
          </p:cNvSpPr>
          <p:nvPr/>
        </p:nvSpPr>
        <p:spPr>
          <a:xfrm xmlns:a="http://schemas.openxmlformats.org/drawingml/2006/main">
            <a:off x="10301192" y="2724150"/>
            <a:ext cx="7143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البيانات</a:t>
            </a:r>
          </a:p>
        </p:txBody>
      </p:sp>
      <p:sp>
        <p:nvSpPr>
          <p:cNvPr id="8" name="text-85">
            <a:extLst xmlns:a="http://schemas.openxmlformats.org/drawingml/2006/main">
              <a:ext uri="{FF2B5EF4-FFF2-40B4-BE49-F238E27FC236}">
                <a16:creationId xmlns:a16="http://schemas.microsoft.com/office/drawing/2014/main" id="{4B38BC1E-C38E-48A1-8484-6513FA45876B}"/>
              </a:ext>
            </a:extLst>
          </p:cNvPr>
          <p:cNvSpPr>
            <a:spLocks xmlns:a="http://schemas.openxmlformats.org/drawingml/2006/main" noGrp="1"/>
          </p:cNvSpPr>
          <p:nvPr/>
        </p:nvSpPr>
        <p:spPr>
          <a:xfrm xmlns:a="http://schemas.openxmlformats.org/drawingml/2006/main">
            <a:off x="11039475" y="3276600"/>
            <a:ext cx="46672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مصدر</a:t>
            </a:r>
          </a:p>
        </p:txBody>
      </p:sp>
      <p:sp>
        <p:nvSpPr>
          <p:cNvPr id="9" name="text-86">
            <a:extLst xmlns:a="http://schemas.openxmlformats.org/drawingml/2006/main">
              <a:ext uri="{FF2B5EF4-FFF2-40B4-BE49-F238E27FC236}">
                <a16:creationId xmlns:a16="http://schemas.microsoft.com/office/drawing/2014/main" id="{3EB99C8D-3354-4BEC-B36A-B79264ED41DD}"/>
              </a:ext>
            </a:extLst>
          </p:cNvPr>
          <p:cNvSpPr>
            <a:spLocks xmlns:a="http://schemas.openxmlformats.org/drawingml/2006/main" noGrp="1"/>
          </p:cNvSpPr>
          <p:nvPr/>
        </p:nvSpPr>
        <p:spPr>
          <a:xfrm xmlns:a="http://schemas.openxmlformats.org/drawingml/2006/main">
            <a:off x="10487120" y="3276600"/>
            <a:ext cx="514350"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وتوقيت</a:t>
            </a:r>
          </a:p>
        </p:txBody>
      </p:sp>
      <p:sp>
        <p:nvSpPr>
          <p:cNvPr id="10" name="text-87">
            <a:extLst xmlns:a="http://schemas.openxmlformats.org/drawingml/2006/main">
              <a:ext uri="{FF2B5EF4-FFF2-40B4-BE49-F238E27FC236}">
                <a16:creationId xmlns:a16="http://schemas.microsoft.com/office/drawing/2014/main" id="{38535BE0-9BC7-4A3B-935A-2F30295B7942}"/>
              </a:ext>
            </a:extLst>
          </p:cNvPr>
          <p:cNvSpPr>
            <a:spLocks xmlns:a="http://schemas.openxmlformats.org/drawingml/2006/main" noGrp="1"/>
          </p:cNvSpPr>
          <p:nvPr/>
        </p:nvSpPr>
        <p:spPr>
          <a:xfrm xmlns:a="http://schemas.openxmlformats.org/drawingml/2006/main">
            <a:off x="9172575" y="38290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1500" b="0">
                <a:solidFill>
                  <a:srgbClr val="49616A"/>
                </a:solidFill>
                <a:latin typeface="Arial"/>
                <a:ea typeface="Arial"/>
                <a:cs typeface="Arial"/>
              </a:defRPr>
            </a:defPPr>
          </a:lstStyle>
          <a:p xmlns:a="http://schemas.openxmlformats.org/drawingml/2006/main">
            <a:pPr algn="r">
              <a:defRPr sz="1500" b="0">
                <a:solidFill>
                  <a:srgbClr val="49616A"/>
                </a:solidFill>
                <a:latin typeface="Arial"/>
                <a:ea typeface="Arial"/>
                <a:cs typeface="Arial"/>
              </a:defRPr>
            </a:pPr>
            <a:r>
              <a:rPr sz="1500" b="0">
                <a:solidFill>
                  <a:srgbClr val="49616A"/>
                </a:solidFill>
                <a:latin typeface="Arial"/>
                <a:ea typeface="Arial"/>
                <a:cs typeface="Arial"/>
              </a:rPr>
              <a:t>Open-Meteo / CAMS</a:t>
            </a:r>
          </a:p>
        </p:txBody>
      </p:sp>
      <p:sp>
        <p:nvSpPr>
          <p:cNvPr id="11" name="text-88">
            <a:extLst xmlns:a="http://schemas.openxmlformats.org/drawingml/2006/main">
              <a:ext uri="{FF2B5EF4-FFF2-40B4-BE49-F238E27FC236}">
                <a16:creationId xmlns:a16="http://schemas.microsoft.com/office/drawing/2014/main" id="{0EF0887E-BDB7-4496-84B7-7D380490338E}"/>
              </a:ext>
            </a:extLst>
          </p:cNvPr>
          <p:cNvSpPr>
            <a:spLocks xmlns:a="http://schemas.openxmlformats.org/drawingml/2006/main" noGrp="1"/>
          </p:cNvSpPr>
          <p:nvPr/>
        </p:nvSpPr>
        <p:spPr>
          <a:xfrm xmlns:a="http://schemas.openxmlformats.org/drawingml/2006/main">
            <a:off x="6381750" y="18097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4350" b="1">
                <a:solidFill>
                  <a:srgbClr val="007E6D"/>
                </a:solidFill>
                <a:latin typeface="Arial"/>
                <a:ea typeface="Arial"/>
                <a:cs typeface="Arial"/>
              </a:defRPr>
            </a:defPPr>
          </a:lstStyle>
          <a:p xmlns:a="http://schemas.openxmlformats.org/drawingml/2006/main">
            <a:pPr algn="r">
              <a:defRPr sz="4350" b="1">
                <a:solidFill>
                  <a:srgbClr val="007E6D"/>
                </a:solidFill>
                <a:latin typeface="Arial"/>
                <a:ea typeface="Arial"/>
                <a:cs typeface="Arial"/>
              </a:defRPr>
            </a:pPr>
            <a:r>
              <a:rPr sz="4350" b="1">
                <a:solidFill>
                  <a:srgbClr val="007E6D"/>
                </a:solidFill>
                <a:latin typeface="Arial"/>
                <a:ea typeface="Arial"/>
                <a:cs typeface="Arial"/>
              </a:rPr>
              <a:t>02</a:t>
            </a:r>
          </a:p>
        </p:txBody>
      </p:sp>
      <p:sp>
        <p:nvSpPr>
          <p:cNvPr id="12" name="text-89">
            <a:extLst xmlns:a="http://schemas.openxmlformats.org/drawingml/2006/main">
              <a:ext uri="{FF2B5EF4-FFF2-40B4-BE49-F238E27FC236}">
                <a16:creationId xmlns:a16="http://schemas.microsoft.com/office/drawing/2014/main" id="{1FECFE66-F1E4-401A-8FAC-29A11C7C78FE}"/>
              </a:ext>
            </a:extLst>
          </p:cNvPr>
          <p:cNvSpPr>
            <a:spLocks xmlns:a="http://schemas.openxmlformats.org/drawingml/2006/main" noGrp="1"/>
          </p:cNvSpPr>
          <p:nvPr/>
        </p:nvSpPr>
        <p:spPr>
          <a:xfrm xmlns:a="http://schemas.openxmlformats.org/drawingml/2006/main">
            <a:off x="8077200" y="2724150"/>
            <a:ext cx="590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تجهيز</a:t>
            </a:r>
          </a:p>
        </p:txBody>
      </p:sp>
      <p:sp>
        <p:nvSpPr>
          <p:cNvPr id="13" name="text-90">
            <a:extLst xmlns:a="http://schemas.openxmlformats.org/drawingml/2006/main">
              <a:ext uri="{FF2B5EF4-FFF2-40B4-BE49-F238E27FC236}">
                <a16:creationId xmlns:a16="http://schemas.microsoft.com/office/drawing/2014/main" id="{B242A170-CC23-4ED3-9357-5FE75B2442B6}"/>
              </a:ext>
            </a:extLst>
          </p:cNvPr>
          <p:cNvSpPr>
            <a:spLocks xmlns:a="http://schemas.openxmlformats.org/drawingml/2006/main" noGrp="1"/>
          </p:cNvSpPr>
          <p:nvPr/>
        </p:nvSpPr>
        <p:spPr>
          <a:xfrm xmlns:a="http://schemas.openxmlformats.org/drawingml/2006/main">
            <a:off x="7167467" y="2724150"/>
            <a:ext cx="857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المدخلات</a:t>
            </a:r>
          </a:p>
        </p:txBody>
      </p:sp>
      <p:sp>
        <p:nvSpPr>
          <p:cNvPr id="14" name="text-91">
            <a:extLst xmlns:a="http://schemas.openxmlformats.org/drawingml/2006/main">
              <a:ext uri="{FF2B5EF4-FFF2-40B4-BE49-F238E27FC236}">
                <a16:creationId xmlns:a16="http://schemas.microsoft.com/office/drawing/2014/main" id="{59B6BAC4-4F99-48AE-A340-47FB9EEDED3D}"/>
              </a:ext>
            </a:extLst>
          </p:cNvPr>
          <p:cNvSpPr>
            <a:spLocks xmlns:a="http://schemas.openxmlformats.org/drawingml/2006/main" noGrp="1"/>
          </p:cNvSpPr>
          <p:nvPr/>
        </p:nvSpPr>
        <p:spPr>
          <a:xfrm xmlns:a="http://schemas.openxmlformats.org/drawingml/2006/main">
            <a:off x="8153400" y="3276600"/>
            <a:ext cx="514350"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قراءات</a:t>
            </a:r>
          </a:p>
        </p:txBody>
      </p:sp>
      <p:sp>
        <p:nvSpPr>
          <p:cNvPr id="15" name="text-92">
            <a:extLst xmlns:a="http://schemas.openxmlformats.org/drawingml/2006/main">
              <a:ext uri="{FF2B5EF4-FFF2-40B4-BE49-F238E27FC236}">
                <a16:creationId xmlns:a16="http://schemas.microsoft.com/office/drawing/2014/main" id="{4BE50670-68D4-4C12-8B8E-1814126292CC}"/>
              </a:ext>
            </a:extLst>
          </p:cNvPr>
          <p:cNvSpPr>
            <a:spLocks xmlns:a="http://schemas.openxmlformats.org/drawingml/2006/main" noGrp="1"/>
          </p:cNvSpPr>
          <p:nvPr/>
        </p:nvSpPr>
        <p:spPr>
          <a:xfrm xmlns:a="http://schemas.openxmlformats.org/drawingml/2006/main">
            <a:off x="7734395" y="3276600"/>
            <a:ext cx="381000"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سابقة</a:t>
            </a:r>
          </a:p>
        </p:txBody>
      </p:sp>
      <p:sp>
        <p:nvSpPr>
          <p:cNvPr id="16" name="text-93">
            <a:extLst xmlns:a="http://schemas.openxmlformats.org/drawingml/2006/main">
              <a:ext uri="{FF2B5EF4-FFF2-40B4-BE49-F238E27FC236}">
                <a16:creationId xmlns:a16="http://schemas.microsoft.com/office/drawing/2014/main" id="{610674A5-8F65-4068-9CDC-FBE6137FC493}"/>
              </a:ext>
            </a:extLst>
          </p:cNvPr>
          <p:cNvSpPr>
            <a:spLocks xmlns:a="http://schemas.openxmlformats.org/drawingml/2006/main" noGrp="1"/>
          </p:cNvSpPr>
          <p:nvPr/>
        </p:nvSpPr>
        <p:spPr>
          <a:xfrm xmlns:a="http://schemas.openxmlformats.org/drawingml/2006/main">
            <a:off x="7039166" y="3276600"/>
            <a:ext cx="65722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واتجاهات</a:t>
            </a:r>
          </a:p>
        </p:txBody>
      </p:sp>
      <p:sp>
        <p:nvSpPr>
          <p:cNvPr id="17" name="text-94">
            <a:extLst xmlns:a="http://schemas.openxmlformats.org/drawingml/2006/main">
              <a:ext uri="{FF2B5EF4-FFF2-40B4-BE49-F238E27FC236}">
                <a16:creationId xmlns:a16="http://schemas.microsoft.com/office/drawing/2014/main" id="{95FD09C7-C9C6-4A58-BC09-0951C6762ED3}"/>
              </a:ext>
            </a:extLst>
          </p:cNvPr>
          <p:cNvSpPr>
            <a:spLocks xmlns:a="http://schemas.openxmlformats.org/drawingml/2006/main" noGrp="1"/>
          </p:cNvSpPr>
          <p:nvPr/>
        </p:nvSpPr>
        <p:spPr>
          <a:xfrm xmlns:a="http://schemas.openxmlformats.org/drawingml/2006/main">
            <a:off x="6334125" y="38290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1500" b="0">
                <a:solidFill>
                  <a:srgbClr val="49616A"/>
                </a:solidFill>
                <a:latin typeface="Arial"/>
                <a:ea typeface="Arial"/>
                <a:cs typeface="Arial"/>
              </a:defRPr>
            </a:defPPr>
          </a:lstStyle>
          <a:p xmlns:a="http://schemas.openxmlformats.org/drawingml/2006/main">
            <a:pPr algn="r">
              <a:defRPr sz="1500" b="0">
                <a:solidFill>
                  <a:srgbClr val="49616A"/>
                </a:solidFill>
                <a:latin typeface="Arial"/>
                <a:ea typeface="Arial"/>
                <a:cs typeface="Arial"/>
              </a:defRPr>
            </a:pPr>
            <a:r>
              <a:rPr sz="1500" b="0">
                <a:solidFill>
                  <a:srgbClr val="49616A"/>
                </a:solidFill>
                <a:latin typeface="Arial"/>
                <a:ea typeface="Arial"/>
                <a:cs typeface="Arial"/>
              </a:rPr>
              <a:t>PostgreSQL + Python</a:t>
            </a:r>
          </a:p>
        </p:txBody>
      </p:sp>
      <p:sp>
        <p:nvSpPr>
          <p:cNvPr id="18" name="text-95">
            <a:extLst xmlns:a="http://schemas.openxmlformats.org/drawingml/2006/main">
              <a:ext uri="{FF2B5EF4-FFF2-40B4-BE49-F238E27FC236}">
                <a16:creationId xmlns:a16="http://schemas.microsoft.com/office/drawing/2014/main" id="{2BA27A75-AE56-4986-8E38-1269AE708CE9}"/>
              </a:ext>
            </a:extLst>
          </p:cNvPr>
          <p:cNvSpPr>
            <a:spLocks xmlns:a="http://schemas.openxmlformats.org/drawingml/2006/main" noGrp="1"/>
          </p:cNvSpPr>
          <p:nvPr/>
        </p:nvSpPr>
        <p:spPr>
          <a:xfrm xmlns:a="http://schemas.openxmlformats.org/drawingml/2006/main">
            <a:off x="3524250" y="18097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4350" b="1">
                <a:solidFill>
                  <a:srgbClr val="007E6D"/>
                </a:solidFill>
                <a:latin typeface="Arial"/>
                <a:ea typeface="Arial"/>
                <a:cs typeface="Arial"/>
              </a:defRPr>
            </a:defPPr>
          </a:lstStyle>
          <a:p xmlns:a="http://schemas.openxmlformats.org/drawingml/2006/main">
            <a:pPr algn="r">
              <a:defRPr sz="4350" b="1">
                <a:solidFill>
                  <a:srgbClr val="007E6D"/>
                </a:solidFill>
                <a:latin typeface="Arial"/>
                <a:ea typeface="Arial"/>
                <a:cs typeface="Arial"/>
              </a:defRPr>
            </a:pPr>
            <a:r>
              <a:rPr sz="4350" b="1">
                <a:solidFill>
                  <a:srgbClr val="007E6D"/>
                </a:solidFill>
                <a:latin typeface="Arial"/>
                <a:ea typeface="Arial"/>
                <a:cs typeface="Arial"/>
              </a:rPr>
              <a:t>03</a:t>
            </a:r>
          </a:p>
        </p:txBody>
      </p:sp>
      <p:sp>
        <p:nvSpPr>
          <p:cNvPr id="19" name="text-96">
            <a:extLst xmlns:a="http://schemas.openxmlformats.org/drawingml/2006/main">
              <a:ext uri="{FF2B5EF4-FFF2-40B4-BE49-F238E27FC236}">
                <a16:creationId xmlns:a16="http://schemas.microsoft.com/office/drawing/2014/main" id="{70378D90-02F7-4CBD-A491-4BF6B4FD34CA}"/>
              </a:ext>
            </a:extLst>
          </p:cNvPr>
          <p:cNvSpPr>
            <a:spLocks xmlns:a="http://schemas.openxmlformats.org/drawingml/2006/main" noGrp="1"/>
          </p:cNvSpPr>
          <p:nvPr/>
        </p:nvSpPr>
        <p:spPr>
          <a:xfrm xmlns:a="http://schemas.openxmlformats.org/drawingml/2006/main">
            <a:off x="5210175" y="2724150"/>
            <a:ext cx="6000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تدريب</a:t>
            </a:r>
          </a:p>
        </p:txBody>
      </p:sp>
      <p:sp>
        <p:nvSpPr>
          <p:cNvPr id="20" name="text-97">
            <a:extLst xmlns:a="http://schemas.openxmlformats.org/drawingml/2006/main">
              <a:ext uri="{FF2B5EF4-FFF2-40B4-BE49-F238E27FC236}">
                <a16:creationId xmlns:a16="http://schemas.microsoft.com/office/drawing/2014/main" id="{0BA1C03A-694A-4172-9013-8C0BA9794A1A}"/>
              </a:ext>
            </a:extLst>
          </p:cNvPr>
          <p:cNvSpPr>
            <a:spLocks xmlns:a="http://schemas.openxmlformats.org/drawingml/2006/main" noGrp="1"/>
          </p:cNvSpPr>
          <p:nvPr/>
        </p:nvSpPr>
        <p:spPr>
          <a:xfrm xmlns:a="http://schemas.openxmlformats.org/drawingml/2006/main">
            <a:off x="4567142" y="2724150"/>
            <a:ext cx="590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وتقييم</a:t>
            </a:r>
          </a:p>
        </p:txBody>
      </p:sp>
      <p:sp>
        <p:nvSpPr>
          <p:cNvPr id="21" name="text-98">
            <a:extLst xmlns:a="http://schemas.openxmlformats.org/drawingml/2006/main">
              <a:ext uri="{FF2B5EF4-FFF2-40B4-BE49-F238E27FC236}">
                <a16:creationId xmlns:a16="http://schemas.microsoft.com/office/drawing/2014/main" id="{468096E0-5A91-400C-BC3D-31CBF46DC927}"/>
              </a:ext>
            </a:extLst>
          </p:cNvPr>
          <p:cNvSpPr>
            <a:spLocks xmlns:a="http://schemas.openxmlformats.org/drawingml/2006/main" noGrp="1"/>
          </p:cNvSpPr>
          <p:nvPr/>
        </p:nvSpPr>
        <p:spPr>
          <a:xfrm xmlns:a="http://schemas.openxmlformats.org/drawingml/2006/main">
            <a:off x="5362575" y="3276600"/>
            <a:ext cx="44767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مقارنة</a:t>
            </a:r>
          </a:p>
        </p:txBody>
      </p:sp>
      <p:sp>
        <p:nvSpPr>
          <p:cNvPr id="22" name="text-99">
            <a:extLst xmlns:a="http://schemas.openxmlformats.org/drawingml/2006/main">
              <a:ext uri="{FF2B5EF4-FFF2-40B4-BE49-F238E27FC236}">
                <a16:creationId xmlns:a16="http://schemas.microsoft.com/office/drawing/2014/main" id="{FC822920-761C-4F30-AB43-ED8F31FC4C29}"/>
              </a:ext>
            </a:extLst>
          </p:cNvPr>
          <p:cNvSpPr>
            <a:spLocks xmlns:a="http://schemas.openxmlformats.org/drawingml/2006/main" noGrp="1"/>
          </p:cNvSpPr>
          <p:nvPr/>
        </p:nvSpPr>
        <p:spPr>
          <a:xfrm xmlns:a="http://schemas.openxmlformats.org/drawingml/2006/main">
            <a:off x="4914995" y="3276600"/>
            <a:ext cx="40957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نماذج</a:t>
            </a:r>
          </a:p>
        </p:txBody>
      </p:sp>
      <p:sp>
        <p:nvSpPr>
          <p:cNvPr id="23" name="text-100">
            <a:extLst xmlns:a="http://schemas.openxmlformats.org/drawingml/2006/main">
              <a:ext uri="{FF2B5EF4-FFF2-40B4-BE49-F238E27FC236}">
                <a16:creationId xmlns:a16="http://schemas.microsoft.com/office/drawing/2014/main" id="{1923B502-7BA3-4B0D-BFD3-A6058ABA5FED}"/>
              </a:ext>
            </a:extLst>
          </p:cNvPr>
          <p:cNvSpPr>
            <a:spLocks xmlns:a="http://schemas.openxmlformats.org/drawingml/2006/main" noGrp="1"/>
          </p:cNvSpPr>
          <p:nvPr/>
        </p:nvSpPr>
        <p:spPr>
          <a:xfrm xmlns:a="http://schemas.openxmlformats.org/drawingml/2006/main">
            <a:off x="4315016" y="3276600"/>
            <a:ext cx="56197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وخطوط</a:t>
            </a:r>
          </a:p>
        </p:txBody>
      </p:sp>
      <p:sp>
        <p:nvSpPr>
          <p:cNvPr id="24" name="text-101">
            <a:extLst xmlns:a="http://schemas.openxmlformats.org/drawingml/2006/main">
              <a:ext uri="{FF2B5EF4-FFF2-40B4-BE49-F238E27FC236}">
                <a16:creationId xmlns:a16="http://schemas.microsoft.com/office/drawing/2014/main" id="{16BE0BF6-7560-4C66-A37E-46F588DCD18D}"/>
              </a:ext>
            </a:extLst>
          </p:cNvPr>
          <p:cNvSpPr>
            <a:spLocks xmlns:a="http://schemas.openxmlformats.org/drawingml/2006/main" noGrp="1"/>
          </p:cNvSpPr>
          <p:nvPr/>
        </p:nvSpPr>
        <p:spPr>
          <a:xfrm xmlns:a="http://schemas.openxmlformats.org/drawingml/2006/main">
            <a:off x="3867436" y="3276600"/>
            <a:ext cx="40957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أساس</a:t>
            </a:r>
          </a:p>
        </p:txBody>
      </p:sp>
      <p:sp>
        <p:nvSpPr>
          <p:cNvPr id="25" name="text-102">
            <a:extLst xmlns:a="http://schemas.openxmlformats.org/drawingml/2006/main">
              <a:ext uri="{FF2B5EF4-FFF2-40B4-BE49-F238E27FC236}">
                <a16:creationId xmlns:a16="http://schemas.microsoft.com/office/drawing/2014/main" id="{E390B5A5-B3C6-4954-985F-93F3B737961C}"/>
              </a:ext>
            </a:extLst>
          </p:cNvPr>
          <p:cNvSpPr>
            <a:spLocks xmlns:a="http://schemas.openxmlformats.org/drawingml/2006/main" noGrp="1"/>
          </p:cNvSpPr>
          <p:nvPr/>
        </p:nvSpPr>
        <p:spPr>
          <a:xfrm xmlns:a="http://schemas.openxmlformats.org/drawingml/2006/main">
            <a:off x="3476625" y="38290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1500" b="0">
                <a:solidFill>
                  <a:srgbClr val="49616A"/>
                </a:solidFill>
                <a:latin typeface="Arial"/>
                <a:ea typeface="Arial"/>
                <a:cs typeface="Arial"/>
              </a:defRPr>
            </a:defPPr>
          </a:lstStyle>
          <a:p xmlns:a="http://schemas.openxmlformats.org/drawingml/2006/main">
            <a:pPr algn="r">
              <a:defRPr sz="1500" b="0">
                <a:solidFill>
                  <a:srgbClr val="49616A"/>
                </a:solidFill>
                <a:latin typeface="Arial"/>
                <a:ea typeface="Arial"/>
                <a:cs typeface="Arial"/>
              </a:defRPr>
            </a:pPr>
            <a:r>
              <a:rPr sz="1500" b="0">
                <a:solidFill>
                  <a:srgbClr val="49616A"/>
                </a:solidFill>
                <a:latin typeface="Arial"/>
                <a:ea typeface="Arial"/>
                <a:cs typeface="Arial"/>
              </a:rPr>
              <a:t>Classical ML</a:t>
            </a:r>
          </a:p>
        </p:txBody>
      </p:sp>
      <p:sp>
        <p:nvSpPr>
          <p:cNvPr id="26" name="text-103">
            <a:extLst xmlns:a="http://schemas.openxmlformats.org/drawingml/2006/main">
              <a:ext uri="{FF2B5EF4-FFF2-40B4-BE49-F238E27FC236}">
                <a16:creationId xmlns:a16="http://schemas.microsoft.com/office/drawing/2014/main" id="{2F8F3010-2549-401F-87DB-EA65735BD4C4}"/>
              </a:ext>
            </a:extLst>
          </p:cNvPr>
          <p:cNvSpPr>
            <a:spLocks xmlns:a="http://schemas.openxmlformats.org/drawingml/2006/main" noGrp="1"/>
          </p:cNvSpPr>
          <p:nvPr/>
        </p:nvSpPr>
        <p:spPr>
          <a:xfrm xmlns:a="http://schemas.openxmlformats.org/drawingml/2006/main">
            <a:off x="685800" y="18097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4350" b="1">
                <a:solidFill>
                  <a:srgbClr val="007E6D"/>
                </a:solidFill>
                <a:latin typeface="Arial"/>
                <a:ea typeface="Arial"/>
                <a:cs typeface="Arial"/>
              </a:defRPr>
            </a:defPPr>
          </a:lstStyle>
          <a:p xmlns:a="http://schemas.openxmlformats.org/drawingml/2006/main">
            <a:pPr algn="r">
              <a:defRPr sz="4350" b="1">
                <a:solidFill>
                  <a:srgbClr val="007E6D"/>
                </a:solidFill>
                <a:latin typeface="Arial"/>
                <a:ea typeface="Arial"/>
                <a:cs typeface="Arial"/>
              </a:defRPr>
            </a:pPr>
            <a:r>
              <a:rPr sz="4350" b="1">
                <a:solidFill>
                  <a:srgbClr val="007E6D"/>
                </a:solidFill>
                <a:latin typeface="Arial"/>
                <a:ea typeface="Arial"/>
                <a:cs typeface="Arial"/>
              </a:rPr>
              <a:t>04</a:t>
            </a:r>
          </a:p>
        </p:txBody>
      </p:sp>
      <p:sp>
        <p:nvSpPr>
          <p:cNvPr id="27" name="text-104">
            <a:extLst xmlns:a="http://schemas.openxmlformats.org/drawingml/2006/main">
              <a:ext uri="{FF2B5EF4-FFF2-40B4-BE49-F238E27FC236}">
                <a16:creationId xmlns:a16="http://schemas.microsoft.com/office/drawing/2014/main" id="{0867BF9B-30F5-4F23-840C-3617AC6444AE}"/>
              </a:ext>
            </a:extLst>
          </p:cNvPr>
          <p:cNvSpPr>
            <a:spLocks xmlns:a="http://schemas.openxmlformats.org/drawingml/2006/main" noGrp="1"/>
          </p:cNvSpPr>
          <p:nvPr/>
        </p:nvSpPr>
        <p:spPr>
          <a:xfrm xmlns:a="http://schemas.openxmlformats.org/drawingml/2006/main">
            <a:off x="2352675" y="2724150"/>
            <a:ext cx="619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عرض</a:t>
            </a:r>
          </a:p>
        </p:txBody>
      </p:sp>
      <p:sp>
        <p:nvSpPr>
          <p:cNvPr id="28" name="text-105">
            <a:extLst xmlns:a="http://schemas.openxmlformats.org/drawingml/2006/main">
              <a:ext uri="{FF2B5EF4-FFF2-40B4-BE49-F238E27FC236}">
                <a16:creationId xmlns:a16="http://schemas.microsoft.com/office/drawing/2014/main" id="{F5383034-F5C1-449D-BB72-ED70FC29F33A}"/>
              </a:ext>
            </a:extLst>
          </p:cNvPr>
          <p:cNvSpPr>
            <a:spLocks xmlns:a="http://schemas.openxmlformats.org/drawingml/2006/main" noGrp="1"/>
          </p:cNvSpPr>
          <p:nvPr/>
        </p:nvSpPr>
        <p:spPr>
          <a:xfrm xmlns:a="http://schemas.openxmlformats.org/drawingml/2006/main">
            <a:off x="1500092" y="2724150"/>
            <a:ext cx="8001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75" b="1">
                <a:solidFill>
                  <a:srgbClr val="102B35"/>
                </a:solidFill>
                <a:latin typeface="Arial"/>
                <a:ea typeface="Arial"/>
                <a:cs typeface="Arial"/>
              </a:defRPr>
            </a:defPPr>
          </a:lstStyle>
          <a:p xmlns:a="http://schemas.openxmlformats.org/drawingml/2006/main">
            <a:pPr algn="ctr">
              <a:defRPr sz="2175" b="1">
                <a:solidFill>
                  <a:srgbClr val="102B35"/>
                </a:solidFill>
                <a:latin typeface="Arial"/>
                <a:ea typeface="Arial"/>
                <a:cs typeface="Arial"/>
              </a:defRPr>
            </a:pPr>
            <a:r>
              <a:rPr sz="2175" b="1">
                <a:solidFill>
                  <a:srgbClr val="102B35"/>
                </a:solidFill>
                <a:latin typeface="Arial"/>
                <a:ea typeface="Arial"/>
                <a:cs typeface="Arial"/>
              </a:rPr>
              <a:t>التوقّعات</a:t>
            </a:r>
          </a:p>
        </p:txBody>
      </p:sp>
      <p:sp>
        <p:nvSpPr>
          <p:cNvPr id="29" name="text-106">
            <a:extLst xmlns:a="http://schemas.openxmlformats.org/drawingml/2006/main">
              <a:ext uri="{FF2B5EF4-FFF2-40B4-BE49-F238E27FC236}">
                <a16:creationId xmlns:a16="http://schemas.microsoft.com/office/drawing/2014/main" id="{4631FB67-6ECE-4081-AB35-3E5BB540FE42}"/>
              </a:ext>
            </a:extLst>
          </p:cNvPr>
          <p:cNvSpPr>
            <a:spLocks xmlns:a="http://schemas.openxmlformats.org/drawingml/2006/main" noGrp="1"/>
          </p:cNvSpPr>
          <p:nvPr/>
        </p:nvSpPr>
        <p:spPr>
          <a:xfrm xmlns:a="http://schemas.openxmlformats.org/drawingml/2006/main">
            <a:off x="2638425" y="3276600"/>
            <a:ext cx="33337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توقّع</a:t>
            </a:r>
          </a:p>
        </p:txBody>
      </p:sp>
      <p:sp>
        <p:nvSpPr>
          <p:cNvPr id="30" name="text-107">
            <a:extLst xmlns:a="http://schemas.openxmlformats.org/drawingml/2006/main">
              <a:ext uri="{FF2B5EF4-FFF2-40B4-BE49-F238E27FC236}">
                <a16:creationId xmlns:a16="http://schemas.microsoft.com/office/drawing/2014/main" id="{4EE215F8-5CCB-4009-80B9-90A0FD14CE90}"/>
              </a:ext>
            </a:extLst>
          </p:cNvPr>
          <p:cNvSpPr>
            <a:spLocks xmlns:a="http://schemas.openxmlformats.org/drawingml/2006/main" noGrp="1"/>
          </p:cNvSpPr>
          <p:nvPr/>
        </p:nvSpPr>
        <p:spPr>
          <a:xfrm xmlns:a="http://schemas.openxmlformats.org/drawingml/2006/main">
            <a:off x="2324195" y="3276600"/>
            <a:ext cx="276225"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لكل</a:t>
            </a:r>
          </a:p>
        </p:txBody>
      </p:sp>
      <p:sp>
        <p:nvSpPr>
          <p:cNvPr id="31" name="text-108">
            <a:extLst xmlns:a="http://schemas.openxmlformats.org/drawingml/2006/main">
              <a:ext uri="{FF2B5EF4-FFF2-40B4-BE49-F238E27FC236}">
                <a16:creationId xmlns:a16="http://schemas.microsoft.com/office/drawing/2014/main" id="{CE89B34C-A124-48BE-AD2E-7898EAC4C704}"/>
              </a:ext>
            </a:extLst>
          </p:cNvPr>
          <p:cNvSpPr>
            <a:spLocks xmlns:a="http://schemas.openxmlformats.org/drawingml/2006/main" noGrp="1"/>
          </p:cNvSpPr>
          <p:nvPr/>
        </p:nvSpPr>
        <p:spPr>
          <a:xfrm xmlns:a="http://schemas.openxmlformats.org/drawingml/2006/main">
            <a:off x="1905190" y="3276600"/>
            <a:ext cx="381000" cy="31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75" b="0">
                <a:solidFill>
                  <a:srgbClr val="49616A"/>
                </a:solidFill>
                <a:latin typeface="Arial"/>
                <a:ea typeface="Arial"/>
                <a:cs typeface="Arial"/>
              </a:defRPr>
            </a:defPPr>
          </a:lstStyle>
          <a:p xmlns:a="http://schemas.openxmlformats.org/drawingml/2006/main">
            <a:pPr algn="ctr">
              <a:defRPr sz="1575" b="0">
                <a:solidFill>
                  <a:srgbClr val="49616A"/>
                </a:solidFill>
                <a:latin typeface="Arial"/>
                <a:ea typeface="Arial"/>
                <a:cs typeface="Arial"/>
              </a:defRPr>
            </a:pPr>
            <a:r>
              <a:rPr sz="1575" b="0">
                <a:solidFill>
                  <a:srgbClr val="49616A"/>
                </a:solidFill>
                <a:latin typeface="Arial"/>
                <a:ea typeface="Arial"/>
                <a:cs typeface="Arial"/>
              </a:rPr>
              <a:t>ساعة</a:t>
            </a:r>
          </a:p>
        </p:txBody>
      </p:sp>
      <p:sp>
        <p:nvSpPr>
          <p:cNvPr id="32" name="text-109">
            <a:extLst xmlns:a="http://schemas.openxmlformats.org/drawingml/2006/main">
              <a:ext uri="{FF2B5EF4-FFF2-40B4-BE49-F238E27FC236}">
                <a16:creationId xmlns:a16="http://schemas.microsoft.com/office/drawing/2014/main" id="{3A373B76-6A0D-4222-9A9D-85A9BA1D9F01}"/>
              </a:ext>
            </a:extLst>
          </p:cNvPr>
          <p:cNvSpPr>
            <a:spLocks xmlns:a="http://schemas.openxmlformats.org/drawingml/2006/main" noGrp="1"/>
          </p:cNvSpPr>
          <p:nvPr/>
        </p:nvSpPr>
        <p:spPr>
          <a:xfrm xmlns:a="http://schemas.openxmlformats.org/drawingml/2006/main">
            <a:off x="638175" y="38290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1500" b="0">
                <a:solidFill>
                  <a:srgbClr val="49616A"/>
                </a:solidFill>
                <a:latin typeface="Arial"/>
                <a:ea typeface="Arial"/>
                <a:cs typeface="Arial"/>
              </a:defRPr>
            </a:defPPr>
          </a:lstStyle>
          <a:p xmlns:a="http://schemas.openxmlformats.org/drawingml/2006/main">
            <a:pPr algn="r">
              <a:defRPr sz="1500" b="0">
                <a:solidFill>
                  <a:srgbClr val="49616A"/>
                </a:solidFill>
                <a:latin typeface="Arial"/>
                <a:ea typeface="Arial"/>
                <a:cs typeface="Arial"/>
              </a:defRPr>
            </a:pPr>
            <a:r>
              <a:rPr sz="1500" b="0">
                <a:solidFill>
                  <a:srgbClr val="49616A"/>
                </a:solidFill>
                <a:latin typeface="Arial"/>
                <a:ea typeface="Arial"/>
                <a:cs typeface="Arial"/>
              </a:rPr>
              <a:t>FastAPI + Next.js</a:t>
            </a:r>
          </a:p>
        </p:txBody>
      </p:sp>
      <p:sp>
        <p:nvSpPr>
          <p:cNvPr id="33" name="text-110">
            <a:extLst xmlns:a="http://schemas.openxmlformats.org/drawingml/2006/main">
              <a:ext uri="{FF2B5EF4-FFF2-40B4-BE49-F238E27FC236}">
                <a16:creationId xmlns:a16="http://schemas.microsoft.com/office/drawing/2014/main" id="{CA407C06-3240-485E-8C75-080D0EB126AF}"/>
              </a:ext>
            </a:extLst>
          </p:cNvPr>
          <p:cNvSpPr>
            <a:spLocks xmlns:a="http://schemas.openxmlformats.org/drawingml/2006/main" noGrp="1"/>
          </p:cNvSpPr>
          <p:nvPr/>
        </p:nvSpPr>
        <p:spPr>
          <a:xfrm xmlns:a="http://schemas.openxmlformats.org/drawingml/2006/main">
            <a:off x="7620000" y="4895850"/>
            <a:ext cx="3886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5025" b="1">
                <a:solidFill>
                  <a:srgbClr val="102B35"/>
                </a:solidFill>
                <a:latin typeface="Arial"/>
                <a:ea typeface="Arial"/>
                <a:cs typeface="Arial"/>
              </a:defRPr>
            </a:defPPr>
          </a:lstStyle>
          <a:p xmlns:a="http://schemas.openxmlformats.org/drawingml/2006/main">
            <a:pPr algn="r">
              <a:defRPr sz="5025" b="1">
                <a:solidFill>
                  <a:srgbClr val="102B35"/>
                </a:solidFill>
                <a:latin typeface="Arial"/>
                <a:ea typeface="Arial"/>
                <a:cs typeface="Arial"/>
              </a:defRPr>
            </a:pPr>
            <a:r>
              <a:rPr sz="5025" b="1">
                <a:solidFill>
                  <a:srgbClr val="102B35"/>
                </a:solidFill>
                <a:latin typeface="Arial"/>
                <a:ea typeface="Arial"/>
                <a:cs typeface="Arial"/>
              </a:rPr>
              <a:t>70,032</a:t>
            </a:r>
          </a:p>
        </p:txBody>
      </p:sp>
      <p:sp>
        <p:nvSpPr>
          <p:cNvPr id="34" name="text-111">
            <a:extLst xmlns:a="http://schemas.openxmlformats.org/drawingml/2006/main">
              <a:ext uri="{FF2B5EF4-FFF2-40B4-BE49-F238E27FC236}">
                <a16:creationId xmlns:a16="http://schemas.microsoft.com/office/drawing/2014/main" id="{2F5D71B5-5A9B-42F7-B152-1E19596B4463}"/>
              </a:ext>
            </a:extLst>
          </p:cNvPr>
          <p:cNvSpPr>
            <a:spLocks xmlns:a="http://schemas.openxmlformats.org/drawingml/2006/main" noGrp="1"/>
          </p:cNvSpPr>
          <p:nvPr/>
        </p:nvSpPr>
        <p:spPr>
          <a:xfrm xmlns:a="http://schemas.openxmlformats.org/drawingml/2006/main">
            <a:off x="11058525" y="5734050"/>
            <a:ext cx="4476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قراءة</a:t>
            </a:r>
          </a:p>
        </p:txBody>
      </p:sp>
      <p:sp>
        <p:nvSpPr>
          <p:cNvPr id="35" name="text-112">
            <a:extLst xmlns:a="http://schemas.openxmlformats.org/drawingml/2006/main">
              <a:ext uri="{FF2B5EF4-FFF2-40B4-BE49-F238E27FC236}">
                <a16:creationId xmlns:a16="http://schemas.microsoft.com/office/drawing/2014/main" id="{5B52E11D-9538-4626-AFF3-20628089B6C1}"/>
              </a:ext>
            </a:extLst>
          </p:cNvPr>
          <p:cNvSpPr>
            <a:spLocks xmlns:a="http://schemas.openxmlformats.org/drawingml/2006/main" noGrp="1"/>
          </p:cNvSpPr>
          <p:nvPr/>
        </p:nvSpPr>
        <p:spPr>
          <a:xfrm xmlns:a="http://schemas.openxmlformats.org/drawingml/2006/main">
            <a:off x="10403681" y="5734050"/>
            <a:ext cx="6096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بالساعة</a:t>
            </a:r>
          </a:p>
        </p:txBody>
      </p:sp>
      <p:sp>
        <p:nvSpPr>
          <p:cNvPr id="36" name="text-113">
            <a:extLst xmlns:a="http://schemas.openxmlformats.org/drawingml/2006/main">
              <a:ext uri="{FF2B5EF4-FFF2-40B4-BE49-F238E27FC236}">
                <a16:creationId xmlns:a16="http://schemas.microsoft.com/office/drawing/2014/main" id="{1168B00A-F920-4730-BF88-399DAC4B149C}"/>
              </a:ext>
            </a:extLst>
          </p:cNvPr>
          <p:cNvSpPr>
            <a:spLocks xmlns:a="http://schemas.openxmlformats.org/drawingml/2006/main" noGrp="1"/>
          </p:cNvSpPr>
          <p:nvPr/>
        </p:nvSpPr>
        <p:spPr>
          <a:xfrm xmlns:a="http://schemas.openxmlformats.org/drawingml/2006/main">
            <a:off x="10091738" y="5734050"/>
            <a:ext cx="2667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من</a:t>
            </a:r>
          </a:p>
        </p:txBody>
      </p:sp>
      <p:sp>
        <p:nvSpPr>
          <p:cNvPr id="37" name="text-114">
            <a:extLst xmlns:a="http://schemas.openxmlformats.org/drawingml/2006/main">
              <a:ext uri="{FF2B5EF4-FFF2-40B4-BE49-F238E27FC236}">
                <a16:creationId xmlns:a16="http://schemas.microsoft.com/office/drawing/2014/main" id="{E635DBB6-D848-436F-A48A-357EBE9B6BE3}"/>
              </a:ext>
            </a:extLst>
          </p:cNvPr>
          <p:cNvSpPr>
            <a:spLocks xmlns:a="http://schemas.openxmlformats.org/drawingml/2006/main" noGrp="1"/>
          </p:cNvSpPr>
          <p:nvPr/>
        </p:nvSpPr>
        <p:spPr>
          <a:xfrm xmlns:a="http://schemas.openxmlformats.org/drawingml/2006/main">
            <a:off x="9589294" y="5734050"/>
            <a:ext cx="4572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ثماني</a:t>
            </a:r>
          </a:p>
        </p:txBody>
      </p:sp>
      <p:sp>
        <p:nvSpPr>
          <p:cNvPr id="38" name="text-115">
            <a:extLst xmlns:a="http://schemas.openxmlformats.org/drawingml/2006/main">
              <a:ext uri="{FF2B5EF4-FFF2-40B4-BE49-F238E27FC236}">
                <a16:creationId xmlns:a16="http://schemas.microsoft.com/office/drawing/2014/main" id="{C61FB51B-D1E4-4F35-9BA2-D575DC99CC45}"/>
              </a:ext>
            </a:extLst>
          </p:cNvPr>
          <p:cNvSpPr>
            <a:spLocks xmlns:a="http://schemas.openxmlformats.org/drawingml/2006/main" noGrp="1"/>
          </p:cNvSpPr>
          <p:nvPr/>
        </p:nvSpPr>
        <p:spPr>
          <a:xfrm xmlns:a="http://schemas.openxmlformats.org/drawingml/2006/main">
            <a:off x="9191625" y="5734050"/>
            <a:ext cx="35242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مدن</a:t>
            </a:r>
          </a:p>
        </p:txBody>
      </p:sp>
      <p:sp>
        <p:nvSpPr>
          <p:cNvPr id="39" name="text-116">
            <a:extLst xmlns:a="http://schemas.openxmlformats.org/drawingml/2006/main">
              <a:ext uri="{FF2B5EF4-FFF2-40B4-BE49-F238E27FC236}">
                <a16:creationId xmlns:a16="http://schemas.microsoft.com/office/drawing/2014/main" id="{E4449506-A531-465F-BCD1-E5460B221253}"/>
              </a:ext>
            </a:extLst>
          </p:cNvPr>
          <p:cNvSpPr>
            <a:spLocks xmlns:a="http://schemas.openxmlformats.org/drawingml/2006/main" noGrp="1"/>
          </p:cNvSpPr>
          <p:nvPr/>
        </p:nvSpPr>
        <p:spPr>
          <a:xfrm xmlns:a="http://schemas.openxmlformats.org/drawingml/2006/main">
            <a:off x="6057900" y="5143500"/>
            <a:ext cx="6096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الموديل</a:t>
            </a:r>
          </a:p>
        </p:txBody>
      </p:sp>
      <p:sp>
        <p:nvSpPr>
          <p:cNvPr id="40" name="text-117">
            <a:extLst xmlns:a="http://schemas.openxmlformats.org/drawingml/2006/main">
              <a:ext uri="{FF2B5EF4-FFF2-40B4-BE49-F238E27FC236}">
                <a16:creationId xmlns:a16="http://schemas.microsoft.com/office/drawing/2014/main" id="{EF2A5052-385D-45AB-8676-6762195F4E79}"/>
              </a:ext>
            </a:extLst>
          </p:cNvPr>
          <p:cNvSpPr>
            <a:spLocks xmlns:a="http://schemas.openxmlformats.org/drawingml/2006/main" noGrp="1"/>
          </p:cNvSpPr>
          <p:nvPr/>
        </p:nvSpPr>
        <p:spPr>
          <a:xfrm xmlns:a="http://schemas.openxmlformats.org/drawingml/2006/main">
            <a:off x="5431631" y="5143500"/>
            <a:ext cx="58102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يستخدم</a:t>
            </a:r>
          </a:p>
        </p:txBody>
      </p:sp>
      <p:sp>
        <p:nvSpPr>
          <p:cNvPr id="41" name="text-118">
            <a:extLst xmlns:a="http://schemas.openxmlformats.org/drawingml/2006/main">
              <a:ext uri="{FF2B5EF4-FFF2-40B4-BE49-F238E27FC236}">
                <a16:creationId xmlns:a16="http://schemas.microsoft.com/office/drawing/2014/main" id="{6BB02770-DD9A-4DC7-A4C3-80A7E93F122E}"/>
              </a:ext>
            </a:extLst>
          </p:cNvPr>
          <p:cNvSpPr>
            <a:spLocks xmlns:a="http://schemas.openxmlformats.org/drawingml/2006/main" noGrp="1"/>
          </p:cNvSpPr>
          <p:nvPr/>
        </p:nvSpPr>
        <p:spPr>
          <a:xfrm xmlns:a="http://schemas.openxmlformats.org/drawingml/2006/main">
            <a:off x="4852988" y="5143500"/>
            <a:ext cx="5334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التلوث</a:t>
            </a:r>
          </a:p>
        </p:txBody>
      </p:sp>
      <p:sp>
        <p:nvSpPr>
          <p:cNvPr id="42" name="text-119">
            <a:extLst xmlns:a="http://schemas.openxmlformats.org/drawingml/2006/main">
              <a:ext uri="{FF2B5EF4-FFF2-40B4-BE49-F238E27FC236}">
                <a16:creationId xmlns:a16="http://schemas.microsoft.com/office/drawing/2014/main" id="{E3B20B45-6B8E-4FB2-9CCB-25E980373C92}"/>
              </a:ext>
            </a:extLst>
          </p:cNvPr>
          <p:cNvSpPr>
            <a:spLocks xmlns:a="http://schemas.openxmlformats.org/drawingml/2006/main" noGrp="1"/>
          </p:cNvSpPr>
          <p:nvPr/>
        </p:nvSpPr>
        <p:spPr>
          <a:xfrm xmlns:a="http://schemas.openxmlformats.org/drawingml/2006/main">
            <a:off x="4283869" y="5143500"/>
            <a:ext cx="5238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السابق</a:t>
            </a:r>
          </a:p>
        </p:txBody>
      </p:sp>
      <p:sp>
        <p:nvSpPr>
          <p:cNvPr id="43" name="text-120">
            <a:extLst xmlns:a="http://schemas.openxmlformats.org/drawingml/2006/main">
              <a:ext uri="{FF2B5EF4-FFF2-40B4-BE49-F238E27FC236}">
                <a16:creationId xmlns:a16="http://schemas.microsoft.com/office/drawing/2014/main" id="{DC440C8B-4083-4E19-B98E-D16F14F750B8}"/>
              </a:ext>
            </a:extLst>
          </p:cNvPr>
          <p:cNvSpPr>
            <a:spLocks xmlns:a="http://schemas.openxmlformats.org/drawingml/2006/main" noGrp="1"/>
          </p:cNvSpPr>
          <p:nvPr/>
        </p:nvSpPr>
        <p:spPr>
          <a:xfrm xmlns:a="http://schemas.openxmlformats.org/drawingml/2006/main">
            <a:off x="3648075" y="5143500"/>
            <a:ext cx="5905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والوقت</a:t>
            </a:r>
          </a:p>
        </p:txBody>
      </p:sp>
      <p:sp>
        <p:nvSpPr>
          <p:cNvPr id="44" name="text-121">
            <a:extLst xmlns:a="http://schemas.openxmlformats.org/drawingml/2006/main">
              <a:ext uri="{FF2B5EF4-FFF2-40B4-BE49-F238E27FC236}">
                <a16:creationId xmlns:a16="http://schemas.microsoft.com/office/drawing/2014/main" id="{755FB689-7236-43F0-AF2E-A0E3F40A3592}"/>
              </a:ext>
            </a:extLst>
          </p:cNvPr>
          <p:cNvSpPr>
            <a:spLocks xmlns:a="http://schemas.openxmlformats.org/drawingml/2006/main" noGrp="1"/>
          </p:cNvSpPr>
          <p:nvPr/>
        </p:nvSpPr>
        <p:spPr>
          <a:xfrm xmlns:a="http://schemas.openxmlformats.org/drawingml/2006/main">
            <a:off x="2983706" y="5143500"/>
            <a:ext cx="61912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102B35"/>
                </a:solidFill>
                <a:latin typeface="Arial"/>
                <a:ea typeface="Arial"/>
                <a:cs typeface="Arial"/>
              </a:defRPr>
            </a:defPPr>
          </a:lstStyle>
          <a:p xmlns:a="http://schemas.openxmlformats.org/drawingml/2006/main">
            <a:pPr algn="ctr">
              <a:defRPr sz="1875" b="0">
                <a:solidFill>
                  <a:srgbClr val="102B35"/>
                </a:solidFill>
                <a:latin typeface="Arial"/>
                <a:ea typeface="Arial"/>
                <a:cs typeface="Arial"/>
              </a:defRPr>
            </a:pPr>
            <a:r>
              <a:rPr sz="1875" b="0">
                <a:solidFill>
                  <a:srgbClr val="102B35"/>
                </a:solidFill>
                <a:latin typeface="Arial"/>
                <a:ea typeface="Arial"/>
                <a:cs typeface="Arial"/>
              </a:rPr>
              <a:t>والموقع</a:t>
            </a:r>
          </a:p>
        </p:txBody>
      </p:sp>
      <p:sp>
        <p:nvSpPr>
          <p:cNvPr id="45" name="text-122">
            <a:extLst xmlns:a="http://schemas.openxmlformats.org/drawingml/2006/main">
              <a:ext uri="{FF2B5EF4-FFF2-40B4-BE49-F238E27FC236}">
                <a16:creationId xmlns:a16="http://schemas.microsoft.com/office/drawing/2014/main" id="{DE580093-6680-4951-8AC9-C85708F9232D}"/>
              </a:ext>
            </a:extLst>
          </p:cNvPr>
          <p:cNvSpPr>
            <a:spLocks xmlns:a="http://schemas.openxmlformats.org/drawingml/2006/main" noGrp="1"/>
          </p:cNvSpPr>
          <p:nvPr/>
        </p:nvSpPr>
        <p:spPr>
          <a:xfrm xmlns:a="http://schemas.openxmlformats.org/drawingml/2006/main">
            <a:off x="6162675" y="5638800"/>
            <a:ext cx="504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الطقس</a:t>
            </a:r>
          </a:p>
        </p:txBody>
      </p:sp>
      <p:sp>
        <p:nvSpPr>
          <p:cNvPr id="46" name="text-123">
            <a:extLst xmlns:a="http://schemas.openxmlformats.org/drawingml/2006/main">
              <a:ext uri="{FF2B5EF4-FFF2-40B4-BE49-F238E27FC236}">
                <a16:creationId xmlns:a16="http://schemas.microsoft.com/office/drawing/2014/main" id="{FA97DA30-D89A-412F-9D17-11EF103784A7}"/>
              </a:ext>
            </a:extLst>
          </p:cNvPr>
          <p:cNvSpPr>
            <a:spLocks xmlns:a="http://schemas.openxmlformats.org/drawingml/2006/main" noGrp="1"/>
          </p:cNvSpPr>
          <p:nvPr/>
        </p:nvSpPr>
        <p:spPr>
          <a:xfrm xmlns:a="http://schemas.openxmlformats.org/drawingml/2006/main">
            <a:off x="5387626" y="5638800"/>
            <a:ext cx="7334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معروض،</a:t>
            </a:r>
          </a:p>
        </p:txBody>
      </p:sp>
      <p:sp>
        <p:nvSpPr>
          <p:cNvPr id="47" name="text-124">
            <a:extLst xmlns:a="http://schemas.openxmlformats.org/drawingml/2006/main">
              <a:ext uri="{FF2B5EF4-FFF2-40B4-BE49-F238E27FC236}">
                <a16:creationId xmlns:a16="http://schemas.microsoft.com/office/drawing/2014/main" id="{81E08230-90E8-4551-A6F3-0D3FACB7A71B}"/>
              </a:ext>
            </a:extLst>
          </p:cNvPr>
          <p:cNvSpPr>
            <a:spLocks xmlns:a="http://schemas.openxmlformats.org/drawingml/2006/main" noGrp="1"/>
          </p:cNvSpPr>
          <p:nvPr/>
        </p:nvSpPr>
        <p:spPr>
          <a:xfrm xmlns:a="http://schemas.openxmlformats.org/drawingml/2006/main">
            <a:off x="5022152" y="5638800"/>
            <a:ext cx="323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لكنه</a:t>
            </a:r>
          </a:p>
        </p:txBody>
      </p:sp>
      <p:sp>
        <p:nvSpPr>
          <p:cNvPr id="48" name="text-125">
            <a:extLst xmlns:a="http://schemas.openxmlformats.org/drawingml/2006/main">
              <a:ext uri="{FF2B5EF4-FFF2-40B4-BE49-F238E27FC236}">
                <a16:creationId xmlns:a16="http://schemas.microsoft.com/office/drawing/2014/main" id="{2EA6DEA8-9FD9-457D-99DD-AD61A1A4A006}"/>
              </a:ext>
            </a:extLst>
          </p:cNvPr>
          <p:cNvSpPr>
            <a:spLocks xmlns:a="http://schemas.openxmlformats.org/drawingml/2006/main" noGrp="1"/>
          </p:cNvSpPr>
          <p:nvPr/>
        </p:nvSpPr>
        <p:spPr>
          <a:xfrm xmlns:a="http://schemas.openxmlformats.org/drawingml/2006/main">
            <a:off x="4532852" y="56388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خارج</a:t>
            </a:r>
          </a:p>
        </p:txBody>
      </p:sp>
      <p:sp>
        <p:nvSpPr>
          <p:cNvPr id="49" name="text-126">
            <a:extLst xmlns:a="http://schemas.openxmlformats.org/drawingml/2006/main">
              <a:ext uri="{FF2B5EF4-FFF2-40B4-BE49-F238E27FC236}">
                <a16:creationId xmlns:a16="http://schemas.microsoft.com/office/drawing/2014/main" id="{B80C37C0-D87B-4521-B6FF-BC13E9A218EC}"/>
              </a:ext>
            </a:extLst>
          </p:cNvPr>
          <p:cNvSpPr>
            <a:spLocks xmlns:a="http://schemas.openxmlformats.org/drawingml/2006/main" noGrp="1"/>
          </p:cNvSpPr>
          <p:nvPr/>
        </p:nvSpPr>
        <p:spPr>
          <a:xfrm xmlns:a="http://schemas.openxmlformats.org/drawingml/2006/main">
            <a:off x="3872103" y="5638800"/>
            <a:ext cx="6191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مدخلات</a:t>
            </a:r>
          </a:p>
        </p:txBody>
      </p:sp>
      <p:sp>
        <p:nvSpPr>
          <p:cNvPr id="50" name="text-127">
            <a:extLst xmlns:a="http://schemas.openxmlformats.org/drawingml/2006/main">
              <a:ext uri="{FF2B5EF4-FFF2-40B4-BE49-F238E27FC236}">
                <a16:creationId xmlns:a16="http://schemas.microsoft.com/office/drawing/2014/main" id="{6D4B1A15-41F9-4F08-9770-7E18CD542479}"/>
              </a:ext>
            </a:extLst>
          </p:cNvPr>
          <p:cNvSpPr>
            <a:spLocks xmlns:a="http://schemas.openxmlformats.org/drawingml/2006/main" noGrp="1"/>
          </p:cNvSpPr>
          <p:nvPr/>
        </p:nvSpPr>
        <p:spPr>
          <a:xfrm xmlns:a="http://schemas.openxmlformats.org/drawingml/2006/main">
            <a:off x="3268504" y="5638800"/>
            <a:ext cx="5619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الموديل</a:t>
            </a:r>
          </a:p>
        </p:txBody>
      </p:sp>
      <p:sp>
        <p:nvSpPr>
          <p:cNvPr id="51" name="text-128">
            <a:extLst xmlns:a="http://schemas.openxmlformats.org/drawingml/2006/main">
              <a:ext uri="{FF2B5EF4-FFF2-40B4-BE49-F238E27FC236}">
                <a16:creationId xmlns:a16="http://schemas.microsoft.com/office/drawing/2014/main" id="{7D2E3115-2080-4128-A493-291E1F517088}"/>
              </a:ext>
            </a:extLst>
          </p:cNvPr>
          <p:cNvSpPr>
            <a:spLocks xmlns:a="http://schemas.openxmlformats.org/drawingml/2006/main" noGrp="1"/>
          </p:cNvSpPr>
          <p:nvPr/>
        </p:nvSpPr>
        <p:spPr>
          <a:xfrm xmlns:a="http://schemas.openxmlformats.org/drawingml/2006/main">
            <a:off x="2741104" y="5638800"/>
            <a:ext cx="4857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49616A"/>
                </a:solidFill>
                <a:latin typeface="Arial"/>
                <a:ea typeface="Arial"/>
                <a:cs typeface="Arial"/>
              </a:defRPr>
            </a:defPPr>
          </a:lstStyle>
          <a:p xmlns:a="http://schemas.openxmlformats.org/drawingml/2006/main">
            <a:pPr algn="ctr">
              <a:defRPr sz="1725" b="0">
                <a:solidFill>
                  <a:srgbClr val="49616A"/>
                </a:solidFill>
                <a:latin typeface="Arial"/>
                <a:ea typeface="Arial"/>
                <a:cs typeface="Arial"/>
              </a:defRPr>
            </a:pPr>
            <a:r>
              <a:rPr sz="1725" b="0">
                <a:solidFill>
                  <a:srgbClr val="49616A"/>
                </a:solidFill>
                <a:latin typeface="Arial"/>
                <a:ea typeface="Arial"/>
                <a:cs typeface="Arial"/>
              </a:rPr>
              <a:t>الحالي</a:t>
            </a:r>
          </a:p>
        </p:txBody>
      </p:sp>
    </p:spTree>
    <p:extLst>
      <p:ext uri="{BB962C8B-B14F-4D97-AF65-F5344CB8AC3E}">
        <p14:creationId xmlns:p14="http://schemas.microsoft.com/office/powerpoint/2010/main" val="702656085"/>
      </p:ext>
    </p:extLst>
  </p:cSld>
</p:sld>
</file>

<file path=ppt/slides/slide6.xml><?xml version="1.0" encoding="utf-8"?>
<p:sld xmlns:p="http://schemas.openxmlformats.org/presentationml/2006/main">
  <p:cSld>
    <p:bg>
      <p:bgPr>
        <a:solidFill xmlns:a="http://schemas.openxmlformats.org/drawingml/2006/main">
          <a:srgbClr val="07131D"/>
        </a:solidFill>
      </p:bgPr>
    </p:bg>
    <p:spTree>
      <p:nvGrpSpPr>
        <p:cNvPr id="1" name=""/>
        <p:cNvGrpSpPr/>
        <p:nvPr/>
      </p:nvGrpSpPr>
      <p:grpSpPr>
        <a:xfrm xmlns:a="http://schemas.openxmlformats.org/drawingml/2006/main"/>
      </p:grpSpPr>
      <p:sp>
        <p:nvSpPr>
          <p:cNvPr id="33" name="text-129">
            <a:extLst xmlns:a="http://schemas.openxmlformats.org/drawingml/2006/main">
              <a:ext uri="{FF2B5EF4-FFF2-40B4-BE49-F238E27FC236}">
                <a16:creationId xmlns:a16="http://schemas.microsoft.com/office/drawing/2014/main" id="{AB69A3ED-FE2B-4643-ADC8-797C285833CF}"/>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A8BEC9"/>
                </a:solidFill>
                <a:latin typeface="Arial"/>
                <a:ea typeface="Arial"/>
                <a:cs typeface="Arial"/>
              </a:defRPr>
            </a:defPPr>
          </a:lstStyle>
          <a:p xmlns:a="http://schemas.openxmlformats.org/drawingml/2006/main">
            <a:pPr algn="l">
              <a:defRPr sz="1275" b="0">
                <a:solidFill>
                  <a:srgbClr val="A8BEC9"/>
                </a:solidFill>
                <a:latin typeface="Arial"/>
                <a:ea typeface="Arial"/>
                <a:cs typeface="Arial"/>
              </a:defRPr>
            </a:pPr>
            <a:r>
              <a:rPr sz="1275" b="0">
                <a:solidFill>
                  <a:srgbClr val="A8BEC9"/>
                </a:solidFill>
                <a:latin typeface="Arial"/>
                <a:ea typeface="Arial"/>
                <a:cs typeface="Arial"/>
              </a:rPr>
              <a:t>06</a:t>
            </a:r>
          </a:p>
        </p:txBody>
      </p:sp>
      <p:sp>
        <p:nvSpPr>
          <p:cNvPr id="2" name="text-130">
            <a:extLst xmlns:a="http://schemas.openxmlformats.org/drawingml/2006/main">
              <a:ext uri="{FF2B5EF4-FFF2-40B4-BE49-F238E27FC236}">
                <a16:creationId xmlns:a16="http://schemas.microsoft.com/office/drawing/2014/main" id="{0E991D00-E6E0-4E20-9B25-9DF219344B9F}"/>
              </a:ext>
            </a:extLst>
          </p:cNvPr>
          <p:cNvSpPr>
            <a:spLocks xmlns:a="http://schemas.openxmlformats.org/drawingml/2006/main" noGrp="1"/>
          </p:cNvSpPr>
          <p:nvPr/>
        </p:nvSpPr>
        <p:spPr>
          <a:xfrm xmlns:a="http://schemas.openxmlformats.org/drawingml/2006/main">
            <a:off x="10753725" y="457200"/>
            <a:ext cx="7524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نتائج</a:t>
            </a:r>
          </a:p>
        </p:txBody>
      </p:sp>
      <p:sp>
        <p:nvSpPr>
          <p:cNvPr id="3" name="text-131">
            <a:extLst xmlns:a="http://schemas.openxmlformats.org/drawingml/2006/main">
              <a:ext uri="{FF2B5EF4-FFF2-40B4-BE49-F238E27FC236}">
                <a16:creationId xmlns:a16="http://schemas.microsoft.com/office/drawing/2014/main" id="{516684F3-539D-4221-963A-0247D0E46720}"/>
              </a:ext>
            </a:extLst>
          </p:cNvPr>
          <p:cNvSpPr>
            <a:spLocks xmlns:a="http://schemas.openxmlformats.org/drawingml/2006/main" noGrp="1"/>
          </p:cNvSpPr>
          <p:nvPr/>
        </p:nvSpPr>
        <p:spPr>
          <a:xfrm xmlns:a="http://schemas.openxmlformats.org/drawingml/2006/main">
            <a:off x="9975152" y="457200"/>
            <a:ext cx="6953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قابلة</a:t>
            </a:r>
          </a:p>
        </p:txBody>
      </p:sp>
      <p:sp>
        <p:nvSpPr>
          <p:cNvPr id="4" name="text-132">
            <a:extLst xmlns:a="http://schemas.openxmlformats.org/drawingml/2006/main">
              <a:ext uri="{FF2B5EF4-FFF2-40B4-BE49-F238E27FC236}">
                <a16:creationId xmlns:a16="http://schemas.microsoft.com/office/drawing/2014/main" id="{3E90CEAC-9E33-4420-8723-3BB34BD0304E}"/>
              </a:ext>
            </a:extLst>
          </p:cNvPr>
          <p:cNvSpPr>
            <a:spLocks xmlns:a="http://schemas.openxmlformats.org/drawingml/2006/main" noGrp="1"/>
          </p:cNvSpPr>
          <p:nvPr/>
        </p:nvSpPr>
        <p:spPr>
          <a:xfrm xmlns:a="http://schemas.openxmlformats.org/drawingml/2006/main">
            <a:off x="8872728" y="457200"/>
            <a:ext cx="10191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للقياس</a:t>
            </a:r>
          </a:p>
        </p:txBody>
      </p:sp>
      <p:graphicFrame>
        <p:nvGraphicFramePr>
          <p:cNvPr id="5" name="Chart">
            <a:extLst xmlns:a="http://schemas.openxmlformats.org/drawingml/2006/main">
              <a:ext uri="{FF2B5EF4-FFF2-40B4-BE49-F238E27FC236}">
                <a16:creationId xmlns:a16="http://schemas.microsoft.com/office/drawing/2014/main" id="{9900349C-4066-4804-8A10-211EDEF1C169}"/>
              </a:ext>
            </a:extLst>
          </p:cNvPr>
          <p:cNvGraphicFramePr/>
          <p:nvPr/>
        </p:nvGraphicFramePr>
        <p:xfrm>
          <a:off xmlns:a="http://schemas.openxmlformats.org/drawingml/2006/main" x="590550" y="1638300"/>
          <a:ext xmlns:a="http://schemas.openxmlformats.org/drawingml/2006/main" cx="7143750" cy="3781425"/>
        </p:xfrm>
        <a:graphic xmlns:a="http://schemas.openxmlformats.org/drawingml/2006/main">
          <a:graphicData uri="http://schemas.openxmlformats.org/drawingml/2006/chart">
            <c:chart xmlns:r="http://schemas.openxmlformats.org/officeDocument/2006/relationships" xmlns:c="http://schemas.openxmlformats.org/drawingml/2006/chart" r:id="R04a8e4422ba74e1d"/>
          </a:graphicData>
        </a:graphic>
      </p:graphicFrame>
      <p:sp>
        <p:nvSpPr>
          <p:cNvPr id="6" name="text-133">
            <a:extLst xmlns:a="http://schemas.openxmlformats.org/drawingml/2006/main">
              <a:ext uri="{FF2B5EF4-FFF2-40B4-BE49-F238E27FC236}">
                <a16:creationId xmlns:a16="http://schemas.microsoft.com/office/drawing/2014/main" id="{795C875A-0570-4EBC-8C24-C8B2CC4324D6}"/>
              </a:ext>
            </a:extLst>
          </p:cNvPr>
          <p:cNvSpPr>
            <a:spLocks xmlns:a="http://schemas.openxmlformats.org/drawingml/2006/main" noGrp="1"/>
          </p:cNvSpPr>
          <p:nvPr/>
        </p:nvSpPr>
        <p:spPr>
          <a:xfrm xmlns:a="http://schemas.openxmlformats.org/drawingml/2006/main">
            <a:off x="8239125" y="1762125"/>
            <a:ext cx="3267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3600" b="1">
                <a:solidFill>
                  <a:srgbClr val="40E0B0"/>
                </a:solidFill>
                <a:latin typeface="Arial"/>
                <a:ea typeface="Arial"/>
                <a:cs typeface="Arial"/>
              </a:defRPr>
            </a:defPPr>
          </a:lstStyle>
          <a:p xmlns:a="http://schemas.openxmlformats.org/drawingml/2006/main">
            <a:pPr algn="r">
              <a:defRPr sz="3600" b="1">
                <a:solidFill>
                  <a:srgbClr val="40E0B0"/>
                </a:solidFill>
                <a:latin typeface="Arial"/>
                <a:ea typeface="Arial"/>
                <a:cs typeface="Arial"/>
              </a:defRPr>
            </a:pPr>
            <a:r>
              <a:rPr sz="3600" b="1">
                <a:solidFill>
                  <a:srgbClr val="40E0B0"/>
                </a:solidFill>
                <a:latin typeface="Arial"/>
                <a:ea typeface="Arial"/>
                <a:cs typeface="Arial"/>
              </a:rPr>
              <a:t>LightGBM</a:t>
            </a:r>
          </a:p>
        </p:txBody>
      </p:sp>
      <p:sp>
        <p:nvSpPr>
          <p:cNvPr id="7" name="text-134">
            <a:extLst xmlns:a="http://schemas.openxmlformats.org/drawingml/2006/main">
              <a:ext uri="{FF2B5EF4-FFF2-40B4-BE49-F238E27FC236}">
                <a16:creationId xmlns:a16="http://schemas.microsoft.com/office/drawing/2014/main" id="{48CA25DE-7336-40FE-9929-E544C6129DF8}"/>
              </a:ext>
            </a:extLst>
          </p:cNvPr>
          <p:cNvSpPr>
            <a:spLocks xmlns:a="http://schemas.openxmlformats.org/drawingml/2006/main" noGrp="1"/>
          </p:cNvSpPr>
          <p:nvPr/>
        </p:nvSpPr>
        <p:spPr>
          <a:xfrm xmlns:a="http://schemas.openxmlformats.org/drawingml/2006/main">
            <a:off x="10972800" y="2400300"/>
            <a:ext cx="5334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950" b="0">
                <a:solidFill>
                  <a:srgbClr val="A8BEC9"/>
                </a:solidFill>
                <a:latin typeface="Arial"/>
                <a:ea typeface="Arial"/>
                <a:cs typeface="Arial"/>
              </a:defRPr>
            </a:defPPr>
          </a:lstStyle>
          <a:p xmlns:a="http://schemas.openxmlformats.org/drawingml/2006/main">
            <a:pPr algn="ctr">
              <a:defRPr sz="1950" b="0">
                <a:solidFill>
                  <a:srgbClr val="A8BEC9"/>
                </a:solidFill>
                <a:latin typeface="Arial"/>
                <a:ea typeface="Arial"/>
                <a:cs typeface="Arial"/>
              </a:defRPr>
            </a:pPr>
            <a:r>
              <a:rPr sz="1950" b="0">
                <a:solidFill>
                  <a:srgbClr val="A8BEC9"/>
                </a:solidFill>
                <a:latin typeface="Arial"/>
                <a:ea typeface="Arial"/>
                <a:cs typeface="Arial"/>
              </a:rPr>
              <a:t>اختيار</a:t>
            </a:r>
          </a:p>
        </p:txBody>
      </p:sp>
      <p:sp>
        <p:nvSpPr>
          <p:cNvPr id="8" name="text-135">
            <a:extLst xmlns:a="http://schemas.openxmlformats.org/drawingml/2006/main">
              <a:ext uri="{FF2B5EF4-FFF2-40B4-BE49-F238E27FC236}">
                <a16:creationId xmlns:a16="http://schemas.microsoft.com/office/drawing/2014/main" id="{45C26A93-1957-4D5D-B3E2-65135ED7D7F5}"/>
              </a:ext>
            </a:extLst>
          </p:cNvPr>
          <p:cNvSpPr>
            <a:spLocks xmlns:a="http://schemas.openxmlformats.org/drawingml/2006/main" noGrp="1"/>
          </p:cNvSpPr>
          <p:nvPr/>
        </p:nvSpPr>
        <p:spPr>
          <a:xfrm xmlns:a="http://schemas.openxmlformats.org/drawingml/2006/main">
            <a:off x="10592372" y="2400300"/>
            <a:ext cx="333375"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950" b="0">
                <a:solidFill>
                  <a:srgbClr val="A8BEC9"/>
                </a:solidFill>
                <a:latin typeface="Arial"/>
                <a:ea typeface="Arial"/>
                <a:cs typeface="Arial"/>
              </a:defRPr>
            </a:defPPr>
          </a:lstStyle>
          <a:p xmlns:a="http://schemas.openxmlformats.org/drawingml/2006/main">
            <a:pPr algn="ctr">
              <a:defRPr sz="1950" b="0">
                <a:solidFill>
                  <a:srgbClr val="A8BEC9"/>
                </a:solidFill>
                <a:latin typeface="Arial"/>
                <a:ea typeface="Arial"/>
                <a:cs typeface="Arial"/>
              </a:defRPr>
            </a:pPr>
            <a:r>
              <a:rPr sz="1950" b="0">
                <a:solidFill>
                  <a:srgbClr val="A8BEC9"/>
                </a:solidFill>
                <a:latin typeface="Arial"/>
                <a:ea typeface="Arial"/>
                <a:cs typeface="Arial"/>
              </a:rPr>
              <a:t>بناءً</a:t>
            </a:r>
          </a:p>
        </p:txBody>
      </p:sp>
      <p:sp>
        <p:nvSpPr>
          <p:cNvPr id="9" name="text-136">
            <a:extLst xmlns:a="http://schemas.openxmlformats.org/drawingml/2006/main">
              <a:ext uri="{FF2B5EF4-FFF2-40B4-BE49-F238E27FC236}">
                <a16:creationId xmlns:a16="http://schemas.microsoft.com/office/drawing/2014/main" id="{0DC311EA-74AF-42E0-AB86-1F3D4353C007}"/>
              </a:ext>
            </a:extLst>
          </p:cNvPr>
          <p:cNvSpPr>
            <a:spLocks xmlns:a="http://schemas.openxmlformats.org/drawingml/2006/main" noGrp="1"/>
          </p:cNvSpPr>
          <p:nvPr/>
        </p:nvSpPr>
        <p:spPr>
          <a:xfrm xmlns:a="http://schemas.openxmlformats.org/drawingml/2006/main">
            <a:off x="10164318" y="2400300"/>
            <a:ext cx="381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950" b="0">
                <a:solidFill>
                  <a:srgbClr val="A8BEC9"/>
                </a:solidFill>
                <a:latin typeface="Arial"/>
                <a:ea typeface="Arial"/>
                <a:cs typeface="Arial"/>
              </a:defRPr>
            </a:defPPr>
          </a:lstStyle>
          <a:p xmlns:a="http://schemas.openxmlformats.org/drawingml/2006/main">
            <a:pPr algn="ctr">
              <a:defRPr sz="1950" b="0">
                <a:solidFill>
                  <a:srgbClr val="A8BEC9"/>
                </a:solidFill>
                <a:latin typeface="Arial"/>
                <a:ea typeface="Arial"/>
                <a:cs typeface="Arial"/>
              </a:defRPr>
            </a:pPr>
            <a:r>
              <a:rPr sz="1950" b="0">
                <a:solidFill>
                  <a:srgbClr val="A8BEC9"/>
                </a:solidFill>
                <a:latin typeface="Arial"/>
                <a:ea typeface="Arial"/>
                <a:cs typeface="Arial"/>
              </a:rPr>
              <a:t>على</a:t>
            </a:r>
          </a:p>
        </p:txBody>
      </p:sp>
      <p:sp>
        <p:nvSpPr>
          <p:cNvPr id="10" name="text-137">
            <a:extLst xmlns:a="http://schemas.openxmlformats.org/drawingml/2006/main">
              <a:ext uri="{FF2B5EF4-FFF2-40B4-BE49-F238E27FC236}">
                <a16:creationId xmlns:a16="http://schemas.microsoft.com/office/drawing/2014/main" id="{05F51457-C2C3-45FE-8FEE-C6A4C782A709}"/>
              </a:ext>
            </a:extLst>
          </p:cNvPr>
          <p:cNvSpPr>
            <a:spLocks xmlns:a="http://schemas.openxmlformats.org/drawingml/2006/main" noGrp="1"/>
          </p:cNvSpPr>
          <p:nvPr/>
        </p:nvSpPr>
        <p:spPr>
          <a:xfrm xmlns:a="http://schemas.openxmlformats.org/drawingml/2006/main">
            <a:off x="9564814" y="2400300"/>
            <a:ext cx="5524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950" b="0">
                <a:solidFill>
                  <a:srgbClr val="A8BEC9"/>
                </a:solidFill>
                <a:latin typeface="Arial"/>
                <a:ea typeface="Arial"/>
                <a:cs typeface="Arial"/>
              </a:defRPr>
            </a:defPPr>
          </a:lstStyle>
          <a:p xmlns:a="http://schemas.openxmlformats.org/drawingml/2006/main">
            <a:pPr algn="ctr">
              <a:defRPr sz="1950" b="0">
                <a:solidFill>
                  <a:srgbClr val="A8BEC9"/>
                </a:solidFill>
                <a:latin typeface="Arial"/>
                <a:ea typeface="Arial"/>
                <a:cs typeface="Arial"/>
              </a:defRPr>
            </a:pPr>
            <a:r>
              <a:rPr sz="1950" b="0">
                <a:solidFill>
                  <a:srgbClr val="A8BEC9"/>
                </a:solidFill>
                <a:latin typeface="Arial"/>
                <a:ea typeface="Arial"/>
                <a:cs typeface="Arial"/>
              </a:rPr>
              <a:t>التحقق</a:t>
            </a:r>
          </a:p>
        </p:txBody>
      </p:sp>
      <p:sp>
        <p:nvSpPr>
          <p:cNvPr id="11" name="text-138">
            <a:extLst xmlns:a="http://schemas.openxmlformats.org/drawingml/2006/main">
              <a:ext uri="{FF2B5EF4-FFF2-40B4-BE49-F238E27FC236}">
                <a16:creationId xmlns:a16="http://schemas.microsoft.com/office/drawing/2014/main" id="{69260071-9471-48AC-9280-38731220E9B9}"/>
              </a:ext>
            </a:extLst>
          </p:cNvPr>
          <p:cNvSpPr>
            <a:spLocks xmlns:a="http://schemas.openxmlformats.org/drawingml/2006/main" noGrp="1"/>
          </p:cNvSpPr>
          <p:nvPr/>
        </p:nvSpPr>
        <p:spPr>
          <a:xfrm xmlns:a="http://schemas.openxmlformats.org/drawingml/2006/main">
            <a:off x="8248650" y="3000375"/>
            <a:ext cx="325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6525" b="1">
                <a:solidFill>
                  <a:srgbClr val="F4F8FC"/>
                </a:solidFill>
                <a:latin typeface="Arial"/>
                <a:ea typeface="Arial"/>
                <a:cs typeface="Arial"/>
              </a:defRPr>
            </a:defPPr>
          </a:lstStyle>
          <a:p xmlns:a="http://schemas.openxmlformats.org/drawingml/2006/main">
            <a:pPr algn="r">
              <a:defRPr sz="6525" b="1">
                <a:solidFill>
                  <a:srgbClr val="F4F8FC"/>
                </a:solidFill>
                <a:latin typeface="Arial"/>
                <a:ea typeface="Arial"/>
                <a:cs typeface="Arial"/>
              </a:defRPr>
            </a:pPr>
            <a:r>
              <a:rPr sz="6525" b="1">
                <a:solidFill>
                  <a:srgbClr val="F4F8FC"/>
                </a:solidFill>
                <a:latin typeface="Arial"/>
                <a:ea typeface="Arial"/>
                <a:cs typeface="Arial"/>
              </a:rPr>
              <a:t>8.58</a:t>
            </a:r>
          </a:p>
        </p:txBody>
      </p:sp>
      <p:sp>
        <p:nvSpPr>
          <p:cNvPr id="12" name="text-139">
            <a:extLst xmlns:a="http://schemas.openxmlformats.org/drawingml/2006/main">
              <a:ext uri="{FF2B5EF4-FFF2-40B4-BE49-F238E27FC236}">
                <a16:creationId xmlns:a16="http://schemas.microsoft.com/office/drawing/2014/main" id="{936A4658-815A-4A48-969C-AE4453BAC747}"/>
              </a:ext>
            </a:extLst>
          </p:cNvPr>
          <p:cNvSpPr>
            <a:spLocks xmlns:a="http://schemas.openxmlformats.org/drawingml/2006/main" noGrp="1"/>
          </p:cNvSpPr>
          <p:nvPr/>
        </p:nvSpPr>
        <p:spPr>
          <a:xfrm xmlns:a="http://schemas.openxmlformats.org/drawingml/2006/main">
            <a:off x="8267700" y="41148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1875" b="0">
                <a:solidFill>
                  <a:srgbClr val="A8BEC9"/>
                </a:solidFill>
                <a:latin typeface="Arial"/>
                <a:ea typeface="Arial"/>
                <a:cs typeface="Arial"/>
              </a:defRPr>
            </a:defPPr>
          </a:lstStyle>
          <a:p xmlns:a="http://schemas.openxmlformats.org/drawingml/2006/main">
            <a:pPr algn="r">
              <a:defRPr sz="1875" b="0">
                <a:solidFill>
                  <a:srgbClr val="A8BEC9"/>
                </a:solidFill>
                <a:latin typeface="Arial"/>
                <a:ea typeface="Arial"/>
                <a:cs typeface="Arial"/>
              </a:defRPr>
            </a:pPr>
            <a:r>
              <a:rPr sz="1875" b="0">
                <a:solidFill>
                  <a:srgbClr val="A8BEC9"/>
                </a:solidFill>
                <a:latin typeface="Arial"/>
                <a:ea typeface="Arial"/>
                <a:cs typeface="Arial"/>
              </a:rPr>
              <a:t>Test MAE · µg/m³</a:t>
            </a:r>
          </a:p>
        </p:txBody>
      </p:sp>
      <p:sp>
        <p:nvSpPr>
          <p:cNvPr id="13" name="text-140">
            <a:extLst xmlns:a="http://schemas.openxmlformats.org/drawingml/2006/main">
              <a:ext uri="{FF2B5EF4-FFF2-40B4-BE49-F238E27FC236}">
                <a16:creationId xmlns:a16="http://schemas.microsoft.com/office/drawing/2014/main" id="{B2D826C0-8EB4-4948-AE57-A272A3978C92}"/>
              </a:ext>
            </a:extLst>
          </p:cNvPr>
          <p:cNvSpPr>
            <a:spLocks xmlns:a="http://schemas.openxmlformats.org/drawingml/2006/main" noGrp="1"/>
          </p:cNvSpPr>
          <p:nvPr/>
        </p:nvSpPr>
        <p:spPr>
          <a:xfrm xmlns:a="http://schemas.openxmlformats.org/drawingml/2006/main">
            <a:off x="11087100" y="4829175"/>
            <a:ext cx="4191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40E0B0"/>
                </a:solidFill>
                <a:latin typeface="Arial"/>
                <a:ea typeface="Arial"/>
                <a:cs typeface="Arial"/>
              </a:defRPr>
            </a:defPPr>
          </a:lstStyle>
          <a:p xmlns:a="http://schemas.openxmlformats.org/drawingml/2006/main">
            <a:pPr algn="ctr">
              <a:defRPr sz="2250" b="1">
                <a:solidFill>
                  <a:srgbClr val="40E0B0"/>
                </a:solidFill>
                <a:latin typeface="Arial"/>
                <a:ea typeface="Arial"/>
                <a:cs typeface="Arial"/>
              </a:defRPr>
            </a:pPr>
            <a:r>
              <a:rPr sz="2250" b="1">
                <a:solidFill>
                  <a:srgbClr val="40E0B0"/>
                </a:solidFill>
                <a:latin typeface="Arial"/>
                <a:ea typeface="Arial"/>
                <a:cs typeface="Arial"/>
              </a:rPr>
              <a:t>خطأ</a:t>
            </a:r>
          </a:p>
        </p:txBody>
      </p:sp>
      <p:sp>
        <p:nvSpPr>
          <p:cNvPr id="14" name="text-141">
            <a:extLst xmlns:a="http://schemas.openxmlformats.org/drawingml/2006/main">
              <a:ext uri="{FF2B5EF4-FFF2-40B4-BE49-F238E27FC236}">
                <a16:creationId xmlns:a16="http://schemas.microsoft.com/office/drawing/2014/main" id="{48A68251-1516-4459-9BA0-6258A99873EE}"/>
              </a:ext>
            </a:extLst>
          </p:cNvPr>
          <p:cNvSpPr>
            <a:spLocks xmlns:a="http://schemas.openxmlformats.org/drawingml/2006/main" noGrp="1"/>
          </p:cNvSpPr>
          <p:nvPr/>
        </p:nvSpPr>
        <p:spPr>
          <a:xfrm xmlns:a="http://schemas.openxmlformats.org/drawingml/2006/main">
            <a:off x="10699433" y="4829175"/>
            <a:ext cx="33337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40E0B0"/>
                </a:solidFill>
                <a:latin typeface="Arial"/>
                <a:ea typeface="Arial"/>
                <a:cs typeface="Arial"/>
              </a:defRPr>
            </a:defPPr>
          </a:lstStyle>
          <a:p xmlns:a="http://schemas.openxmlformats.org/drawingml/2006/main">
            <a:pPr algn="ctr">
              <a:defRPr sz="2250" b="1">
                <a:solidFill>
                  <a:srgbClr val="40E0B0"/>
                </a:solidFill>
                <a:latin typeface="Arial"/>
                <a:ea typeface="Arial"/>
                <a:cs typeface="Arial"/>
              </a:defRPr>
            </a:pPr>
            <a:r>
              <a:rPr sz="2250" b="1">
                <a:solidFill>
                  <a:srgbClr val="40E0B0"/>
                </a:solidFill>
                <a:latin typeface="Arial"/>
                <a:ea typeface="Arial"/>
                <a:cs typeface="Arial"/>
              </a:rPr>
              <a:t>أقل</a:t>
            </a:r>
          </a:p>
        </p:txBody>
      </p:sp>
      <p:sp>
        <p:nvSpPr>
          <p:cNvPr id="15" name="text-142">
            <a:extLst xmlns:a="http://schemas.openxmlformats.org/drawingml/2006/main">
              <a:ext uri="{FF2B5EF4-FFF2-40B4-BE49-F238E27FC236}">
                <a16:creationId xmlns:a16="http://schemas.microsoft.com/office/drawing/2014/main" id="{83E44DC2-44D0-42CC-9FBB-21A781F1568C}"/>
              </a:ext>
            </a:extLst>
          </p:cNvPr>
          <p:cNvSpPr>
            <a:spLocks xmlns:a="http://schemas.openxmlformats.org/drawingml/2006/main" noGrp="1"/>
          </p:cNvSpPr>
          <p:nvPr/>
        </p:nvSpPr>
        <p:spPr>
          <a:xfrm xmlns:a="http://schemas.openxmlformats.org/drawingml/2006/main">
            <a:off x="10159365" y="4829175"/>
            <a:ext cx="48577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40E0B0"/>
                </a:solidFill>
                <a:latin typeface="Arial"/>
                <a:ea typeface="Arial"/>
                <a:cs typeface="Arial"/>
              </a:defRPr>
            </a:defPPr>
          </a:lstStyle>
          <a:p xmlns:a="http://schemas.openxmlformats.org/drawingml/2006/main">
            <a:pPr algn="ctr">
              <a:defRPr sz="2250" b="1">
                <a:solidFill>
                  <a:srgbClr val="40E0B0"/>
                </a:solidFill>
                <a:latin typeface="Arial"/>
                <a:ea typeface="Arial"/>
                <a:cs typeface="Arial"/>
              </a:defRPr>
            </a:pPr>
            <a:r>
              <a:rPr sz="2250" b="1">
                <a:solidFill>
                  <a:srgbClr val="40E0B0"/>
                </a:solidFill>
                <a:latin typeface="Arial"/>
                <a:ea typeface="Arial"/>
                <a:cs typeface="Arial"/>
              </a:rPr>
              <a:t>بنحو</a:t>
            </a:r>
          </a:p>
        </p:txBody>
      </p:sp>
      <p:sp>
        <p:nvSpPr>
          <p:cNvPr id="16" name="text-143">
            <a:extLst xmlns:a="http://schemas.openxmlformats.org/drawingml/2006/main">
              <a:ext uri="{FF2B5EF4-FFF2-40B4-BE49-F238E27FC236}">
                <a16:creationId xmlns:a16="http://schemas.microsoft.com/office/drawing/2014/main" id="{4DE65D66-BF84-4900-A1EF-C8FA5099C345}"/>
              </a:ext>
            </a:extLst>
          </p:cNvPr>
          <p:cNvSpPr>
            <a:spLocks xmlns:a="http://schemas.openxmlformats.org/drawingml/2006/main" noGrp="1"/>
          </p:cNvSpPr>
          <p:nvPr/>
        </p:nvSpPr>
        <p:spPr>
          <a:xfrm xmlns:a="http://schemas.openxmlformats.org/drawingml/2006/main">
            <a:off x="9581197" y="4829175"/>
            <a:ext cx="52387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40E0B0"/>
                </a:solidFill>
                <a:latin typeface="Arial"/>
                <a:ea typeface="Arial"/>
                <a:cs typeface="Arial"/>
              </a:defRPr>
            </a:defPPr>
          </a:lstStyle>
          <a:p xmlns:a="http://schemas.openxmlformats.org/drawingml/2006/main">
            <a:pPr algn="ctr">
              <a:defRPr sz="2250" b="1">
                <a:solidFill>
                  <a:srgbClr val="40E0B0"/>
                </a:solidFill>
                <a:latin typeface="Arial"/>
                <a:ea typeface="Arial"/>
                <a:cs typeface="Arial"/>
              </a:defRPr>
            </a:pPr>
            <a:r>
              <a:rPr sz="2250" b="1">
                <a:solidFill>
                  <a:srgbClr val="40E0B0"/>
                </a:solidFill>
                <a:latin typeface="Arial"/>
                <a:ea typeface="Arial"/>
                <a:cs typeface="Arial"/>
              </a:rPr>
              <a:t>١٦٪</a:t>
            </a:r>
          </a:p>
        </p:txBody>
      </p:sp>
      <p:sp>
        <p:nvSpPr>
          <p:cNvPr id="17" name="text-144">
            <a:extLst xmlns:a="http://schemas.openxmlformats.org/drawingml/2006/main">
              <a:ext uri="{FF2B5EF4-FFF2-40B4-BE49-F238E27FC236}">
                <a16:creationId xmlns:a16="http://schemas.microsoft.com/office/drawing/2014/main" id="{14F945A6-2B93-4587-A38C-13B7C9A3A5CE}"/>
              </a:ext>
            </a:extLst>
          </p:cNvPr>
          <p:cNvSpPr>
            <a:spLocks xmlns:a="http://schemas.openxmlformats.org/drawingml/2006/main" noGrp="1"/>
          </p:cNvSpPr>
          <p:nvPr/>
        </p:nvSpPr>
        <p:spPr>
          <a:xfrm xmlns:a="http://schemas.openxmlformats.org/drawingml/2006/main">
            <a:off x="11020425" y="5267325"/>
            <a:ext cx="4857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مقارنة</a:t>
            </a:r>
          </a:p>
        </p:txBody>
      </p:sp>
      <p:sp>
        <p:nvSpPr>
          <p:cNvPr id="18" name="text-145">
            <a:extLst xmlns:a="http://schemas.openxmlformats.org/drawingml/2006/main">
              <a:ext uri="{FF2B5EF4-FFF2-40B4-BE49-F238E27FC236}">
                <a16:creationId xmlns:a16="http://schemas.microsoft.com/office/drawing/2014/main" id="{47BAB144-81DE-4951-8F1E-C86ADD066C74}"/>
              </a:ext>
            </a:extLst>
          </p:cNvPr>
          <p:cNvSpPr>
            <a:spLocks xmlns:a="http://schemas.openxmlformats.org/drawingml/2006/main" noGrp="1"/>
          </p:cNvSpPr>
          <p:nvPr/>
        </p:nvSpPr>
        <p:spPr>
          <a:xfrm xmlns:a="http://schemas.openxmlformats.org/drawingml/2006/main">
            <a:off x="10302526" y="5267325"/>
            <a:ext cx="6762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باستمرار</a:t>
            </a:r>
          </a:p>
        </p:txBody>
      </p:sp>
      <p:sp>
        <p:nvSpPr>
          <p:cNvPr id="19" name="text-146">
            <a:extLst xmlns:a="http://schemas.openxmlformats.org/drawingml/2006/main">
              <a:ext uri="{FF2B5EF4-FFF2-40B4-BE49-F238E27FC236}">
                <a16:creationId xmlns:a16="http://schemas.microsoft.com/office/drawing/2014/main" id="{E8666CC3-2B88-4E28-8DC1-0BB1B57CF689}"/>
              </a:ext>
            </a:extLst>
          </p:cNvPr>
          <p:cNvSpPr>
            <a:spLocks xmlns:a="http://schemas.openxmlformats.org/drawingml/2006/main" noGrp="1"/>
          </p:cNvSpPr>
          <p:nvPr/>
        </p:nvSpPr>
        <p:spPr>
          <a:xfrm xmlns:a="http://schemas.openxmlformats.org/drawingml/2006/main">
            <a:off x="9937052" y="5267325"/>
            <a:ext cx="323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آخر</a:t>
            </a:r>
          </a:p>
        </p:txBody>
      </p:sp>
      <p:sp>
        <p:nvSpPr>
          <p:cNvPr id="20" name="text-147">
            <a:extLst xmlns:a="http://schemas.openxmlformats.org/drawingml/2006/main">
              <a:ext uri="{FF2B5EF4-FFF2-40B4-BE49-F238E27FC236}">
                <a16:creationId xmlns:a16="http://schemas.microsoft.com/office/drawing/2014/main" id="{A48064AD-631A-420A-A84E-E87169A9BD6B}"/>
              </a:ext>
            </a:extLst>
          </p:cNvPr>
          <p:cNvSpPr>
            <a:spLocks xmlns:a="http://schemas.openxmlformats.org/drawingml/2006/main" noGrp="1"/>
          </p:cNvSpPr>
          <p:nvPr/>
        </p:nvSpPr>
        <p:spPr>
          <a:xfrm xmlns:a="http://schemas.openxmlformats.org/drawingml/2006/main">
            <a:off x="9476327" y="5267325"/>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725" b="0">
                <a:solidFill>
                  <a:srgbClr val="A8BEC9"/>
                </a:solidFill>
                <a:latin typeface="Arial"/>
                <a:ea typeface="Arial"/>
                <a:cs typeface="Arial"/>
              </a:defRPr>
            </a:defPPr>
          </a:lstStyle>
          <a:p xmlns:a="http://schemas.openxmlformats.org/drawingml/2006/main">
            <a:pPr algn="ctr">
              <a:defRPr sz="1725" b="0">
                <a:solidFill>
                  <a:srgbClr val="A8BEC9"/>
                </a:solidFill>
                <a:latin typeface="Arial"/>
                <a:ea typeface="Arial"/>
                <a:cs typeface="Arial"/>
              </a:defRPr>
            </a:pPr>
            <a:r>
              <a:rPr sz="1725" b="0">
                <a:solidFill>
                  <a:srgbClr val="A8BEC9"/>
                </a:solidFill>
                <a:latin typeface="Arial"/>
                <a:ea typeface="Arial"/>
                <a:cs typeface="Arial"/>
              </a:rPr>
              <a:t>قراءة</a:t>
            </a:r>
          </a:p>
        </p:txBody>
      </p:sp>
      <p:sp>
        <p:nvSpPr>
          <p:cNvPr id="21" name="text-148">
            <a:extLst xmlns:a="http://schemas.openxmlformats.org/drawingml/2006/main">
              <a:ext uri="{FF2B5EF4-FFF2-40B4-BE49-F238E27FC236}">
                <a16:creationId xmlns:a16="http://schemas.microsoft.com/office/drawing/2014/main" id="{D87AD03A-7EE8-4C58-9844-91A06BEB82BB}"/>
              </a:ext>
            </a:extLst>
          </p:cNvPr>
          <p:cNvSpPr>
            <a:spLocks xmlns:a="http://schemas.openxmlformats.org/drawingml/2006/main" noGrp="1"/>
          </p:cNvSpPr>
          <p:nvPr/>
        </p:nvSpPr>
        <p:spPr>
          <a:xfrm xmlns:a="http://schemas.openxmlformats.org/drawingml/2006/main">
            <a:off x="11201400" y="5895975"/>
            <a:ext cx="304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خطأ</a:t>
            </a:r>
          </a:p>
        </p:txBody>
      </p:sp>
      <p:sp>
        <p:nvSpPr>
          <p:cNvPr id="22" name="text-149">
            <a:extLst xmlns:a="http://schemas.openxmlformats.org/drawingml/2006/main">
              <a:ext uri="{FF2B5EF4-FFF2-40B4-BE49-F238E27FC236}">
                <a16:creationId xmlns:a16="http://schemas.microsoft.com/office/drawing/2014/main" id="{B632A9E7-204A-4253-B319-CBC39571B8CC}"/>
              </a:ext>
            </a:extLst>
          </p:cNvPr>
          <p:cNvSpPr>
            <a:spLocks xmlns:a="http://schemas.openxmlformats.org/drawingml/2006/main" noGrp="1"/>
          </p:cNvSpPr>
          <p:nvPr/>
        </p:nvSpPr>
        <p:spPr>
          <a:xfrm xmlns:a="http://schemas.openxmlformats.org/drawingml/2006/main">
            <a:off x="10584180" y="5895975"/>
            <a:ext cx="581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الاختبار:</a:t>
            </a:r>
          </a:p>
        </p:txBody>
      </p:sp>
      <p:sp>
        <p:nvSpPr>
          <p:cNvPr id="23" name="text-150">
            <a:extLst xmlns:a="http://schemas.openxmlformats.org/drawingml/2006/main">
              <a:ext uri="{FF2B5EF4-FFF2-40B4-BE49-F238E27FC236}">
                <a16:creationId xmlns:a16="http://schemas.microsoft.com/office/drawing/2014/main" id="{72E53E9C-FFB6-4BF6-9B5A-EF414D4B0F0D}"/>
              </a:ext>
            </a:extLst>
          </p:cNvPr>
          <p:cNvSpPr>
            <a:spLocks xmlns:a="http://schemas.openxmlformats.org/drawingml/2006/main" noGrp="1"/>
          </p:cNvSpPr>
          <p:nvPr/>
        </p:nvSpPr>
        <p:spPr>
          <a:xfrm xmlns:a="http://schemas.openxmlformats.org/drawingml/2006/main">
            <a:off x="10205085" y="5895975"/>
            <a:ext cx="342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الأقل</a:t>
            </a:r>
          </a:p>
        </p:txBody>
      </p:sp>
      <p:sp>
        <p:nvSpPr>
          <p:cNvPr id="24" name="text-151">
            <a:extLst xmlns:a="http://schemas.openxmlformats.org/drawingml/2006/main">
              <a:ext uri="{FF2B5EF4-FFF2-40B4-BE49-F238E27FC236}">
                <a16:creationId xmlns:a16="http://schemas.microsoft.com/office/drawing/2014/main" id="{749379D4-DBDC-4F04-A35B-6B98761D5B09}"/>
              </a:ext>
            </a:extLst>
          </p:cNvPr>
          <p:cNvSpPr>
            <a:spLocks xmlns:a="http://schemas.openxmlformats.org/drawingml/2006/main" noGrp="1"/>
          </p:cNvSpPr>
          <p:nvPr/>
        </p:nvSpPr>
        <p:spPr>
          <a:xfrm xmlns:a="http://schemas.openxmlformats.org/drawingml/2006/main">
            <a:off x="9711690" y="5895975"/>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أفضل.</a:t>
            </a:r>
          </a:p>
        </p:txBody>
      </p:sp>
      <p:sp>
        <p:nvSpPr>
          <p:cNvPr id="25" name="text-152">
            <a:extLst xmlns:a="http://schemas.openxmlformats.org/drawingml/2006/main">
              <a:ext uri="{FF2B5EF4-FFF2-40B4-BE49-F238E27FC236}">
                <a16:creationId xmlns:a16="http://schemas.microsoft.com/office/drawing/2014/main" id="{A41C1D14-B24F-4B70-9162-52BA3517A267}"/>
              </a:ext>
            </a:extLst>
          </p:cNvPr>
          <p:cNvSpPr>
            <a:spLocks xmlns:a="http://schemas.openxmlformats.org/drawingml/2006/main" noGrp="1"/>
          </p:cNvSpPr>
          <p:nvPr/>
        </p:nvSpPr>
        <p:spPr>
          <a:xfrm xmlns:a="http://schemas.openxmlformats.org/drawingml/2006/main">
            <a:off x="9370695" y="5895975"/>
            <a:ext cx="304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تقييم</a:t>
            </a:r>
          </a:p>
        </p:txBody>
      </p:sp>
      <p:sp>
        <p:nvSpPr>
          <p:cNvPr id="26" name="text-153">
            <a:extLst xmlns:a="http://schemas.openxmlformats.org/drawingml/2006/main">
              <a:ext uri="{FF2B5EF4-FFF2-40B4-BE49-F238E27FC236}">
                <a16:creationId xmlns:a16="http://schemas.microsoft.com/office/drawing/2014/main" id="{4854BC83-7ADB-484C-BCDF-4456707CEE02}"/>
              </a:ext>
            </a:extLst>
          </p:cNvPr>
          <p:cNvSpPr>
            <a:spLocks xmlns:a="http://schemas.openxmlformats.org/drawingml/2006/main" noGrp="1"/>
          </p:cNvSpPr>
          <p:nvPr/>
        </p:nvSpPr>
        <p:spPr>
          <a:xfrm xmlns:a="http://schemas.openxmlformats.org/drawingml/2006/main">
            <a:off x="8839200" y="5895975"/>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أرشيفي</a:t>
            </a:r>
          </a:p>
        </p:txBody>
      </p:sp>
      <p:sp>
        <p:nvSpPr>
          <p:cNvPr id="27" name="text-154">
            <a:extLst xmlns:a="http://schemas.openxmlformats.org/drawingml/2006/main">
              <a:ext uri="{FF2B5EF4-FFF2-40B4-BE49-F238E27FC236}">
                <a16:creationId xmlns:a16="http://schemas.microsoft.com/office/drawing/2014/main" id="{F4DDA221-1964-477F-9DBC-4FA0996995FA}"/>
              </a:ext>
            </a:extLst>
          </p:cNvPr>
          <p:cNvSpPr>
            <a:spLocks xmlns:a="http://schemas.openxmlformats.org/drawingml/2006/main" noGrp="1"/>
          </p:cNvSpPr>
          <p:nvPr/>
        </p:nvSpPr>
        <p:spPr>
          <a:xfrm xmlns:a="http://schemas.openxmlformats.org/drawingml/2006/main">
            <a:off x="8231505" y="589597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لتقديرات</a:t>
            </a:r>
          </a:p>
        </p:txBody>
      </p:sp>
      <p:sp>
        <p:nvSpPr>
          <p:cNvPr id="28" name="text-155">
            <a:extLst xmlns:a="http://schemas.openxmlformats.org/drawingml/2006/main">
              <a:ext uri="{FF2B5EF4-FFF2-40B4-BE49-F238E27FC236}">
                <a16:creationId xmlns:a16="http://schemas.microsoft.com/office/drawing/2014/main" id="{AF6FC32B-20C3-4489-B6C3-ECA21FF56076}"/>
              </a:ext>
            </a:extLst>
          </p:cNvPr>
          <p:cNvSpPr>
            <a:spLocks xmlns:a="http://schemas.openxmlformats.org/drawingml/2006/main" noGrp="1"/>
          </p:cNvSpPr>
          <p:nvPr/>
        </p:nvSpPr>
        <p:spPr>
          <a:xfrm xmlns:a="http://schemas.openxmlformats.org/drawingml/2006/main">
            <a:off x="7823835" y="5895975"/>
            <a:ext cx="371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بيئية،</a:t>
            </a:r>
          </a:p>
        </p:txBody>
      </p:sp>
      <p:sp>
        <p:nvSpPr>
          <p:cNvPr id="29" name="text-156">
            <a:extLst xmlns:a="http://schemas.openxmlformats.org/drawingml/2006/main">
              <a:ext uri="{FF2B5EF4-FFF2-40B4-BE49-F238E27FC236}">
                <a16:creationId xmlns:a16="http://schemas.microsoft.com/office/drawing/2014/main" id="{F0BD2B73-B48A-4106-8970-029C5E56AAAC}"/>
              </a:ext>
            </a:extLst>
          </p:cNvPr>
          <p:cNvSpPr>
            <a:spLocks xmlns:a="http://schemas.openxmlformats.org/drawingml/2006/main" noGrp="1"/>
          </p:cNvSpPr>
          <p:nvPr/>
        </p:nvSpPr>
        <p:spPr>
          <a:xfrm xmlns:a="http://schemas.openxmlformats.org/drawingml/2006/main">
            <a:off x="7330440" y="5895975"/>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والأداء</a:t>
            </a:r>
          </a:p>
        </p:txBody>
      </p:sp>
      <p:sp>
        <p:nvSpPr>
          <p:cNvPr id="30" name="text-157">
            <a:extLst xmlns:a="http://schemas.openxmlformats.org/drawingml/2006/main">
              <a:ext uri="{FF2B5EF4-FFF2-40B4-BE49-F238E27FC236}">
                <a16:creationId xmlns:a16="http://schemas.microsoft.com/office/drawing/2014/main" id="{D967D47D-6976-44E6-9218-B359FC8CB2F2}"/>
              </a:ext>
            </a:extLst>
          </p:cNvPr>
          <p:cNvSpPr>
            <a:spLocks xmlns:a="http://schemas.openxmlformats.org/drawingml/2006/main" noGrp="1"/>
          </p:cNvSpPr>
          <p:nvPr/>
        </p:nvSpPr>
        <p:spPr>
          <a:xfrm xmlns:a="http://schemas.openxmlformats.org/drawingml/2006/main">
            <a:off x="6856095" y="5895975"/>
            <a:ext cx="43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يختلف</a:t>
            </a:r>
          </a:p>
        </p:txBody>
      </p:sp>
      <p:sp>
        <p:nvSpPr>
          <p:cNvPr id="31" name="text-158">
            <a:extLst xmlns:a="http://schemas.openxmlformats.org/drawingml/2006/main">
              <a:ext uri="{FF2B5EF4-FFF2-40B4-BE49-F238E27FC236}">
                <a16:creationId xmlns:a16="http://schemas.microsoft.com/office/drawing/2014/main" id="{D687AF4F-EF47-4B71-9FD5-7CC04F563007}"/>
              </a:ext>
            </a:extLst>
          </p:cNvPr>
          <p:cNvSpPr>
            <a:spLocks xmlns:a="http://schemas.openxmlformats.org/drawingml/2006/main" noGrp="1"/>
          </p:cNvSpPr>
          <p:nvPr/>
        </p:nvSpPr>
        <p:spPr>
          <a:xfrm xmlns:a="http://schemas.openxmlformats.org/drawingml/2006/main">
            <a:off x="6572250" y="5895975"/>
            <a:ext cx="247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بين</a:t>
            </a:r>
          </a:p>
        </p:txBody>
      </p:sp>
      <p:sp>
        <p:nvSpPr>
          <p:cNvPr id="32" name="text-159">
            <a:extLst xmlns:a="http://schemas.openxmlformats.org/drawingml/2006/main">
              <a:ext uri="{FF2B5EF4-FFF2-40B4-BE49-F238E27FC236}">
                <a16:creationId xmlns:a16="http://schemas.microsoft.com/office/drawing/2014/main" id="{DD43BD99-C6F7-4925-BA8D-58F2D91210B4}"/>
              </a:ext>
            </a:extLst>
          </p:cNvPr>
          <p:cNvSpPr>
            <a:spLocks xmlns:a="http://schemas.openxmlformats.org/drawingml/2006/main" noGrp="1"/>
          </p:cNvSpPr>
          <p:nvPr/>
        </p:nvSpPr>
        <p:spPr>
          <a:xfrm xmlns:a="http://schemas.openxmlformats.org/drawingml/2006/main">
            <a:off x="6116955" y="5895975"/>
            <a:ext cx="419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0" b="0">
                <a:solidFill>
                  <a:srgbClr val="A8BEC9"/>
                </a:solidFill>
                <a:latin typeface="Arial"/>
                <a:ea typeface="Arial"/>
                <a:cs typeface="Arial"/>
              </a:defRPr>
            </a:defPPr>
          </a:lstStyle>
          <a:p xmlns:a="http://schemas.openxmlformats.org/drawingml/2006/main">
            <a:pPr algn="ctr">
              <a:defRPr sz="1500" b="0">
                <a:solidFill>
                  <a:srgbClr val="A8BEC9"/>
                </a:solidFill>
                <a:latin typeface="Arial"/>
                <a:ea typeface="Arial"/>
                <a:cs typeface="Arial"/>
              </a:defRPr>
            </a:pPr>
            <a:r>
              <a:rPr sz="1500" b="0">
                <a:solidFill>
                  <a:srgbClr val="A8BEC9"/>
                </a:solidFill>
                <a:latin typeface="Arial"/>
                <a:ea typeface="Arial"/>
                <a:cs typeface="Arial"/>
              </a:rPr>
              <a:t>المدن.</a:t>
            </a:r>
          </a:p>
        </p:txBody>
      </p:sp>
    </p:spTree>
    <p:extLst>
      <p:ext uri="{BB962C8B-B14F-4D97-AF65-F5344CB8AC3E}">
        <p14:creationId xmlns:p14="http://schemas.microsoft.com/office/powerpoint/2010/main" val="1625384783"/>
      </p:ext>
    </p:extLst>
  </p:cSld>
</p:sld>
</file>

<file path=ppt/slides/slide7.xml><?xml version="1.0" encoding="utf-8"?>
<p:sld xmlns:p="http://schemas.openxmlformats.org/presentationml/2006/main">
  <p:cSld>
    <p:bg>
      <p:bgPr>
        <a:solidFill xmlns:a="http://schemas.openxmlformats.org/drawingml/2006/main">
          <a:srgbClr val="F3F6F4"/>
        </a:solidFill>
      </p:bgPr>
    </p:bg>
    <p:spTree>
      <p:nvGrpSpPr>
        <p:cNvPr id="1" name=""/>
        <p:cNvGrpSpPr/>
        <p:nvPr/>
      </p:nvGrpSpPr>
      <p:grpSpPr>
        <a:xfrm xmlns:a="http://schemas.openxmlformats.org/drawingml/2006/main"/>
      </p:grpSpPr>
      <p:sp>
        <p:nvSpPr>
          <p:cNvPr id="42" name="text-160">
            <a:extLst xmlns:a="http://schemas.openxmlformats.org/drawingml/2006/main">
              <a:ext uri="{FF2B5EF4-FFF2-40B4-BE49-F238E27FC236}">
                <a16:creationId xmlns:a16="http://schemas.microsoft.com/office/drawing/2014/main" id="{7F96F5E1-0328-466E-B063-0B9999589F1D}"/>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49616A"/>
                </a:solidFill>
                <a:latin typeface="Arial"/>
                <a:ea typeface="Arial"/>
                <a:cs typeface="Arial"/>
              </a:defRPr>
            </a:defPPr>
          </a:lstStyle>
          <a:p xmlns:a="http://schemas.openxmlformats.org/drawingml/2006/main">
            <a:pPr algn="l">
              <a:defRPr sz="1275" b="0">
                <a:solidFill>
                  <a:srgbClr val="49616A"/>
                </a:solidFill>
                <a:latin typeface="Arial"/>
                <a:ea typeface="Arial"/>
                <a:cs typeface="Arial"/>
              </a:defRPr>
            </a:pPr>
            <a:r>
              <a:rPr sz="1275" b="0">
                <a:solidFill>
                  <a:srgbClr val="49616A"/>
                </a:solidFill>
                <a:latin typeface="Arial"/>
                <a:ea typeface="Arial"/>
                <a:cs typeface="Arial"/>
              </a:rPr>
              <a:t>07</a:t>
            </a:r>
          </a:p>
        </p:txBody>
      </p:sp>
      <p:sp>
        <p:nvSpPr>
          <p:cNvPr id="2" name="text-161">
            <a:extLst xmlns:a="http://schemas.openxmlformats.org/drawingml/2006/main">
              <a:ext uri="{FF2B5EF4-FFF2-40B4-BE49-F238E27FC236}">
                <a16:creationId xmlns:a16="http://schemas.microsoft.com/office/drawing/2014/main" id="{4F4E34FC-9B63-4477-92BA-FD5E6E78DB30}"/>
              </a:ext>
            </a:extLst>
          </p:cNvPr>
          <p:cNvSpPr>
            <a:spLocks xmlns:a="http://schemas.openxmlformats.org/drawingml/2006/main" noGrp="1"/>
          </p:cNvSpPr>
          <p:nvPr/>
        </p:nvSpPr>
        <p:spPr>
          <a:xfrm xmlns:a="http://schemas.openxmlformats.org/drawingml/2006/main">
            <a:off x="10725150" y="457200"/>
            <a:ext cx="7810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حدود</a:t>
            </a:r>
          </a:p>
        </p:txBody>
      </p:sp>
      <p:sp>
        <p:nvSpPr>
          <p:cNvPr id="3" name="text-162">
            <a:extLst xmlns:a="http://schemas.openxmlformats.org/drawingml/2006/main">
              <a:ext uri="{FF2B5EF4-FFF2-40B4-BE49-F238E27FC236}">
                <a16:creationId xmlns:a16="http://schemas.microsoft.com/office/drawing/2014/main" id="{A148932A-9868-443F-A60A-4A95777C9307}"/>
              </a:ext>
            </a:extLst>
          </p:cNvPr>
          <p:cNvSpPr>
            <a:spLocks xmlns:a="http://schemas.openxmlformats.org/drawingml/2006/main" noGrp="1"/>
          </p:cNvSpPr>
          <p:nvPr/>
        </p:nvSpPr>
        <p:spPr>
          <a:xfrm xmlns:a="http://schemas.openxmlformats.org/drawingml/2006/main">
            <a:off x="9594152" y="457200"/>
            <a:ext cx="10477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النسخة</a:t>
            </a:r>
          </a:p>
        </p:txBody>
      </p:sp>
      <p:sp>
        <p:nvSpPr>
          <p:cNvPr id="4" name="text-163">
            <a:extLst xmlns:a="http://schemas.openxmlformats.org/drawingml/2006/main">
              <a:ext uri="{FF2B5EF4-FFF2-40B4-BE49-F238E27FC236}">
                <a16:creationId xmlns:a16="http://schemas.microsoft.com/office/drawing/2014/main" id="{514BB311-1E22-4A67-B12F-1E4829BCFD95}"/>
              </a:ext>
            </a:extLst>
          </p:cNvPr>
          <p:cNvSpPr>
            <a:spLocks xmlns:a="http://schemas.openxmlformats.org/drawingml/2006/main" noGrp="1"/>
          </p:cNvSpPr>
          <p:nvPr/>
        </p:nvSpPr>
        <p:spPr>
          <a:xfrm xmlns:a="http://schemas.openxmlformats.org/drawingml/2006/main">
            <a:off x="8529828" y="457200"/>
            <a:ext cx="9810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102B35"/>
                </a:solidFill>
                <a:latin typeface="Arial"/>
                <a:ea typeface="Arial"/>
                <a:cs typeface="Arial"/>
              </a:defRPr>
            </a:defPPr>
          </a:lstStyle>
          <a:p xmlns:a="http://schemas.openxmlformats.org/drawingml/2006/main">
            <a:pPr algn="ctr">
              <a:defRPr sz="3450" b="1">
                <a:solidFill>
                  <a:srgbClr val="102B35"/>
                </a:solidFill>
                <a:latin typeface="Arial"/>
                <a:ea typeface="Arial"/>
                <a:cs typeface="Arial"/>
              </a:defRPr>
            </a:pPr>
            <a:r>
              <a:rPr sz="3450" b="1">
                <a:solidFill>
                  <a:srgbClr val="102B35"/>
                </a:solidFill>
                <a:latin typeface="Arial"/>
                <a:ea typeface="Arial"/>
                <a:cs typeface="Arial"/>
              </a:rPr>
              <a:t>الحالية</a:t>
            </a:r>
          </a:p>
        </p:txBody>
      </p:sp>
      <p:sp>
        <p:nvSpPr>
          <p:cNvPr id="5" name="text-164">
            <a:extLst xmlns:a="http://schemas.openxmlformats.org/drawingml/2006/main">
              <a:ext uri="{FF2B5EF4-FFF2-40B4-BE49-F238E27FC236}">
                <a16:creationId xmlns:a16="http://schemas.microsoft.com/office/drawing/2014/main" id="{87DABF9D-24B4-4559-A818-7E26395124EB}"/>
              </a:ext>
            </a:extLst>
          </p:cNvPr>
          <p:cNvSpPr>
            <a:spLocks xmlns:a="http://schemas.openxmlformats.org/drawingml/2006/main" noGrp="1"/>
          </p:cNvSpPr>
          <p:nvPr/>
        </p:nvSpPr>
        <p:spPr>
          <a:xfrm xmlns:a="http://schemas.openxmlformats.org/drawingml/2006/main">
            <a:off x="714375" y="1600200"/>
            <a:ext cx="31718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5075" b="1">
                <a:solidFill>
                  <a:srgbClr val="007E6D"/>
                </a:solidFill>
                <a:latin typeface="Arial"/>
                <a:ea typeface="Arial"/>
                <a:cs typeface="Arial"/>
              </a:defRPr>
            </a:defPPr>
          </a:lstStyle>
          <a:p xmlns:a="http://schemas.openxmlformats.org/drawingml/2006/main">
            <a:pPr algn="ctr">
              <a:defRPr sz="15075" b="1">
                <a:solidFill>
                  <a:srgbClr val="007E6D"/>
                </a:solidFill>
                <a:latin typeface="Arial"/>
                <a:ea typeface="Arial"/>
                <a:cs typeface="Arial"/>
              </a:defRPr>
            </a:pPr>
            <a:r>
              <a:rPr sz="15075" b="1">
                <a:solidFill>
                  <a:srgbClr val="007E6D"/>
                </a:solidFill>
                <a:latin typeface="Arial"/>
                <a:ea typeface="Arial"/>
                <a:cs typeface="Arial"/>
              </a:rPr>
              <a:t>7</a:t>
            </a:r>
          </a:p>
        </p:txBody>
      </p:sp>
      <p:sp>
        <p:nvSpPr>
          <p:cNvPr id="6" name="text-165">
            <a:extLst xmlns:a="http://schemas.openxmlformats.org/drawingml/2006/main">
              <a:ext uri="{FF2B5EF4-FFF2-40B4-BE49-F238E27FC236}">
                <a16:creationId xmlns:a16="http://schemas.microsoft.com/office/drawing/2014/main" id="{5EA8D384-D28C-4FD7-8C48-66D681C52E06}"/>
              </a:ext>
            </a:extLst>
          </p:cNvPr>
          <p:cNvSpPr>
            <a:spLocks xmlns:a="http://schemas.openxmlformats.org/drawingml/2006/main" noGrp="1"/>
          </p:cNvSpPr>
          <p:nvPr/>
        </p:nvSpPr>
        <p:spPr>
          <a:xfrm xmlns:a="http://schemas.openxmlformats.org/drawingml/2006/main">
            <a:off x="3790950" y="3962400"/>
            <a:ext cx="4191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102B35"/>
                </a:solidFill>
                <a:latin typeface="Arial"/>
                <a:ea typeface="Arial"/>
                <a:cs typeface="Arial"/>
              </a:defRPr>
            </a:defPPr>
          </a:lstStyle>
          <a:p xmlns:a="http://schemas.openxmlformats.org/drawingml/2006/main">
            <a:pPr algn="ctr">
              <a:defRPr sz="2250" b="1">
                <a:solidFill>
                  <a:srgbClr val="102B35"/>
                </a:solidFill>
                <a:latin typeface="Arial"/>
                <a:ea typeface="Arial"/>
                <a:cs typeface="Arial"/>
              </a:defRPr>
            </a:pPr>
            <a:r>
              <a:rPr sz="2250" b="1">
                <a:solidFill>
                  <a:srgbClr val="102B35"/>
                </a:solidFill>
                <a:latin typeface="Arial"/>
                <a:ea typeface="Arial"/>
                <a:cs typeface="Arial"/>
              </a:rPr>
              <a:t>مدن</a:t>
            </a:r>
          </a:p>
        </p:txBody>
      </p:sp>
      <p:sp>
        <p:nvSpPr>
          <p:cNvPr id="7" name="text-166">
            <a:extLst xmlns:a="http://schemas.openxmlformats.org/drawingml/2006/main">
              <a:ext uri="{FF2B5EF4-FFF2-40B4-BE49-F238E27FC236}">
                <a16:creationId xmlns:a16="http://schemas.microsoft.com/office/drawing/2014/main" id="{08F0493C-A0F8-433C-83E5-B0DFE26CC56C}"/>
              </a:ext>
            </a:extLst>
          </p:cNvPr>
          <p:cNvSpPr>
            <a:spLocks xmlns:a="http://schemas.openxmlformats.org/drawingml/2006/main" noGrp="1"/>
          </p:cNvSpPr>
          <p:nvPr/>
        </p:nvSpPr>
        <p:spPr>
          <a:xfrm xmlns:a="http://schemas.openxmlformats.org/drawingml/2006/main">
            <a:off x="2946083" y="3962400"/>
            <a:ext cx="79057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102B35"/>
                </a:solidFill>
                <a:latin typeface="Arial"/>
                <a:ea typeface="Arial"/>
                <a:cs typeface="Arial"/>
              </a:defRPr>
            </a:defPPr>
          </a:lstStyle>
          <a:p xmlns:a="http://schemas.openxmlformats.org/drawingml/2006/main">
            <a:pPr algn="ctr">
              <a:defRPr sz="2250" b="1">
                <a:solidFill>
                  <a:srgbClr val="102B35"/>
                </a:solidFill>
                <a:latin typeface="Arial"/>
                <a:ea typeface="Arial"/>
                <a:cs typeface="Arial"/>
              </a:defRPr>
            </a:pPr>
            <a:r>
              <a:rPr sz="2250" b="1">
                <a:solidFill>
                  <a:srgbClr val="102B35"/>
                </a:solidFill>
                <a:latin typeface="Arial"/>
                <a:ea typeface="Arial"/>
                <a:cs typeface="Arial"/>
              </a:rPr>
              <a:t>مدعومة</a:t>
            </a:r>
          </a:p>
        </p:txBody>
      </p:sp>
      <p:sp>
        <p:nvSpPr>
          <p:cNvPr id="8" name="text-167">
            <a:extLst xmlns:a="http://schemas.openxmlformats.org/drawingml/2006/main">
              <a:ext uri="{FF2B5EF4-FFF2-40B4-BE49-F238E27FC236}">
                <a16:creationId xmlns:a16="http://schemas.microsoft.com/office/drawing/2014/main" id="{774A5492-91F8-4692-B421-01CFC70627A3}"/>
              </a:ext>
            </a:extLst>
          </p:cNvPr>
          <p:cNvSpPr>
            <a:spLocks xmlns:a="http://schemas.openxmlformats.org/drawingml/2006/main" noGrp="1"/>
          </p:cNvSpPr>
          <p:nvPr/>
        </p:nvSpPr>
        <p:spPr>
          <a:xfrm xmlns:a="http://schemas.openxmlformats.org/drawingml/2006/main">
            <a:off x="1977390" y="3962400"/>
            <a:ext cx="9144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250" b="1">
                <a:solidFill>
                  <a:srgbClr val="102B35"/>
                </a:solidFill>
                <a:latin typeface="Arial"/>
                <a:ea typeface="Arial"/>
                <a:cs typeface="Arial"/>
              </a:defRPr>
            </a:defPPr>
          </a:lstStyle>
          <a:p xmlns:a="http://schemas.openxmlformats.org/drawingml/2006/main">
            <a:pPr algn="ctr">
              <a:defRPr sz="2250" b="1">
                <a:solidFill>
                  <a:srgbClr val="102B35"/>
                </a:solidFill>
                <a:latin typeface="Arial"/>
                <a:ea typeface="Arial"/>
                <a:cs typeface="Arial"/>
              </a:defRPr>
            </a:pPr>
            <a:r>
              <a:rPr sz="2250" b="1">
                <a:solidFill>
                  <a:srgbClr val="102B35"/>
                </a:solidFill>
                <a:latin typeface="Arial"/>
                <a:ea typeface="Arial"/>
                <a:cs typeface="Arial"/>
              </a:rPr>
              <a:t>بالتوقّعات</a:t>
            </a:r>
          </a:p>
        </p:txBody>
      </p:sp>
      <p:sp>
        <p:nvSpPr>
          <p:cNvPr id="9" name="text-168">
            <a:extLst xmlns:a="http://schemas.openxmlformats.org/drawingml/2006/main">
              <a:ext uri="{FF2B5EF4-FFF2-40B4-BE49-F238E27FC236}">
                <a16:creationId xmlns:a16="http://schemas.microsoft.com/office/drawing/2014/main" id="{FD75C37F-982C-4596-90A2-E1C4DAAAC845}"/>
              </a:ext>
            </a:extLst>
          </p:cNvPr>
          <p:cNvSpPr>
            <a:spLocks xmlns:a="http://schemas.openxmlformats.org/drawingml/2006/main" noGrp="1"/>
          </p:cNvSpPr>
          <p:nvPr/>
        </p:nvSpPr>
        <p:spPr>
          <a:xfrm xmlns:a="http://schemas.openxmlformats.org/drawingml/2006/main">
            <a:off x="3952875" y="4486275"/>
            <a:ext cx="2571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مع</a:t>
            </a:r>
          </a:p>
        </p:txBody>
      </p:sp>
      <p:sp>
        <p:nvSpPr>
          <p:cNvPr id="10" name="text-169">
            <a:extLst xmlns:a="http://schemas.openxmlformats.org/drawingml/2006/main">
              <a:ext uri="{FF2B5EF4-FFF2-40B4-BE49-F238E27FC236}">
                <a16:creationId xmlns:a16="http://schemas.microsoft.com/office/drawing/2014/main" id="{391CAE1E-4B70-4FC6-A325-955030BAB65C}"/>
              </a:ext>
            </a:extLst>
          </p:cNvPr>
          <p:cNvSpPr>
            <a:spLocks xmlns:a="http://schemas.openxmlformats.org/drawingml/2006/main" noGrp="1"/>
          </p:cNvSpPr>
          <p:nvPr/>
        </p:nvSpPr>
        <p:spPr>
          <a:xfrm xmlns:a="http://schemas.openxmlformats.org/drawingml/2006/main">
            <a:off x="3498056" y="4486275"/>
            <a:ext cx="4095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بحث</a:t>
            </a:r>
          </a:p>
        </p:txBody>
      </p:sp>
      <p:sp>
        <p:nvSpPr>
          <p:cNvPr id="11" name="text-170">
            <a:extLst xmlns:a="http://schemas.openxmlformats.org/drawingml/2006/main">
              <a:ext uri="{FF2B5EF4-FFF2-40B4-BE49-F238E27FC236}">
                <a16:creationId xmlns:a16="http://schemas.microsoft.com/office/drawing/2014/main" id="{C9A4F1B3-298F-4DAA-9E1C-87E8AD321F2E}"/>
              </a:ext>
            </a:extLst>
          </p:cNvPr>
          <p:cNvSpPr>
            <a:spLocks xmlns:a="http://schemas.openxmlformats.org/drawingml/2006/main" noGrp="1"/>
          </p:cNvSpPr>
          <p:nvPr/>
        </p:nvSpPr>
        <p:spPr>
          <a:xfrm xmlns:a="http://schemas.openxmlformats.org/drawingml/2006/main">
            <a:off x="2938463" y="4486275"/>
            <a:ext cx="5143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عالمي</a:t>
            </a:r>
          </a:p>
        </p:txBody>
      </p:sp>
      <p:sp>
        <p:nvSpPr>
          <p:cNvPr id="12" name="text-171">
            <a:extLst xmlns:a="http://schemas.openxmlformats.org/drawingml/2006/main">
              <a:ext uri="{FF2B5EF4-FFF2-40B4-BE49-F238E27FC236}">
                <a16:creationId xmlns:a16="http://schemas.microsoft.com/office/drawing/2014/main" id="{F35EBD53-05FA-4A36-A9E2-BB186AC8F3FF}"/>
              </a:ext>
            </a:extLst>
          </p:cNvPr>
          <p:cNvSpPr>
            <a:spLocks xmlns:a="http://schemas.openxmlformats.org/drawingml/2006/main" noGrp="1"/>
          </p:cNvSpPr>
          <p:nvPr/>
        </p:nvSpPr>
        <p:spPr>
          <a:xfrm xmlns:a="http://schemas.openxmlformats.org/drawingml/2006/main">
            <a:off x="2588419" y="4486275"/>
            <a:ext cx="3048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عن</a:t>
            </a:r>
          </a:p>
        </p:txBody>
      </p:sp>
      <p:sp>
        <p:nvSpPr>
          <p:cNvPr id="13" name="text-172">
            <a:extLst xmlns:a="http://schemas.openxmlformats.org/drawingml/2006/main">
              <a:ext uri="{FF2B5EF4-FFF2-40B4-BE49-F238E27FC236}">
                <a16:creationId xmlns:a16="http://schemas.microsoft.com/office/drawing/2014/main" id="{8F61C387-F5DE-413C-8480-7B8099C04F3D}"/>
              </a:ext>
            </a:extLst>
          </p:cNvPr>
          <p:cNvSpPr>
            <a:spLocks xmlns:a="http://schemas.openxmlformats.org/drawingml/2006/main" noGrp="1"/>
          </p:cNvSpPr>
          <p:nvPr/>
        </p:nvSpPr>
        <p:spPr>
          <a:xfrm xmlns:a="http://schemas.openxmlformats.org/drawingml/2006/main">
            <a:off x="2095500" y="4486275"/>
            <a:ext cx="4476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المدن</a:t>
            </a:r>
          </a:p>
        </p:txBody>
      </p:sp>
      <p:sp>
        <p:nvSpPr>
          <p:cNvPr id="14" name="text-173">
            <a:extLst xmlns:a="http://schemas.openxmlformats.org/drawingml/2006/main">
              <a:ext uri="{FF2B5EF4-FFF2-40B4-BE49-F238E27FC236}">
                <a16:creationId xmlns:a16="http://schemas.microsoft.com/office/drawing/2014/main" id="{DBCFC304-0438-479A-AA4C-00A8177DF192}"/>
              </a:ext>
            </a:extLst>
          </p:cNvPr>
          <p:cNvSpPr>
            <a:spLocks xmlns:a="http://schemas.openxmlformats.org/drawingml/2006/main" noGrp="1"/>
          </p:cNvSpPr>
          <p:nvPr/>
        </p:nvSpPr>
        <p:spPr>
          <a:xfrm xmlns:a="http://schemas.openxmlformats.org/drawingml/2006/main">
            <a:off x="10706100" y="1905000"/>
            <a:ext cx="80010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البيانات</a:t>
            </a:r>
          </a:p>
        </p:txBody>
      </p:sp>
      <p:sp>
        <p:nvSpPr>
          <p:cNvPr id="15" name="text-174">
            <a:extLst xmlns:a="http://schemas.openxmlformats.org/drawingml/2006/main">
              <a:ext uri="{FF2B5EF4-FFF2-40B4-BE49-F238E27FC236}">
                <a16:creationId xmlns:a16="http://schemas.microsoft.com/office/drawing/2014/main" id="{79ACC2BF-589E-46A7-8FC0-08475E172658}"/>
              </a:ext>
            </a:extLst>
          </p:cNvPr>
          <p:cNvSpPr>
            <a:spLocks xmlns:a="http://schemas.openxmlformats.org/drawingml/2006/main" noGrp="1"/>
          </p:cNvSpPr>
          <p:nvPr/>
        </p:nvSpPr>
        <p:spPr>
          <a:xfrm xmlns:a="http://schemas.openxmlformats.org/drawingml/2006/main">
            <a:off x="9808178" y="1905000"/>
            <a:ext cx="83820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تقديرات</a:t>
            </a:r>
          </a:p>
        </p:txBody>
      </p:sp>
      <p:sp>
        <p:nvSpPr>
          <p:cNvPr id="16" name="text-175">
            <a:extLst xmlns:a="http://schemas.openxmlformats.org/drawingml/2006/main">
              <a:ext uri="{FF2B5EF4-FFF2-40B4-BE49-F238E27FC236}">
                <a16:creationId xmlns:a16="http://schemas.microsoft.com/office/drawing/2014/main" id="{2D5F9A18-7A35-46B0-B89B-281469AF4761}"/>
              </a:ext>
            </a:extLst>
          </p:cNvPr>
          <p:cNvSpPr>
            <a:spLocks xmlns:a="http://schemas.openxmlformats.org/drawingml/2006/main" noGrp="1"/>
          </p:cNvSpPr>
          <p:nvPr/>
        </p:nvSpPr>
        <p:spPr>
          <a:xfrm xmlns:a="http://schemas.openxmlformats.org/drawingml/2006/main">
            <a:off x="9119807" y="1905000"/>
            <a:ext cx="62865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نماذج</a:t>
            </a:r>
          </a:p>
        </p:txBody>
      </p:sp>
      <p:sp>
        <p:nvSpPr>
          <p:cNvPr id="17" name="text-176">
            <a:extLst xmlns:a="http://schemas.openxmlformats.org/drawingml/2006/main">
              <a:ext uri="{FF2B5EF4-FFF2-40B4-BE49-F238E27FC236}">
                <a16:creationId xmlns:a16="http://schemas.microsoft.com/office/drawing/2014/main" id="{A0A7B4F3-2126-4A6E-86FB-88DAB3A569BB}"/>
              </a:ext>
            </a:extLst>
          </p:cNvPr>
          <p:cNvSpPr>
            <a:spLocks xmlns:a="http://schemas.openxmlformats.org/drawingml/2006/main" noGrp="1"/>
          </p:cNvSpPr>
          <p:nvPr/>
        </p:nvSpPr>
        <p:spPr>
          <a:xfrm xmlns:a="http://schemas.openxmlformats.org/drawingml/2006/main">
            <a:off x="8536210" y="1905000"/>
            <a:ext cx="52387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بيئية</a:t>
            </a:r>
          </a:p>
        </p:txBody>
      </p:sp>
      <p:sp>
        <p:nvSpPr>
          <p:cNvPr id="18" name="text-177">
            <a:extLst xmlns:a="http://schemas.openxmlformats.org/drawingml/2006/main">
              <a:ext uri="{FF2B5EF4-FFF2-40B4-BE49-F238E27FC236}">
                <a16:creationId xmlns:a16="http://schemas.microsoft.com/office/drawing/2014/main" id="{572FE56B-B423-4ECA-813B-A72E342A1495}"/>
              </a:ext>
            </a:extLst>
          </p:cNvPr>
          <p:cNvSpPr>
            <a:spLocks xmlns:a="http://schemas.openxmlformats.org/drawingml/2006/main" noGrp="1"/>
          </p:cNvSpPr>
          <p:nvPr/>
        </p:nvSpPr>
        <p:spPr>
          <a:xfrm xmlns:a="http://schemas.openxmlformats.org/drawingml/2006/main">
            <a:off x="10972800" y="2428875"/>
            <a:ext cx="5334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التحقق</a:t>
            </a:r>
          </a:p>
        </p:txBody>
      </p:sp>
      <p:sp>
        <p:nvSpPr>
          <p:cNvPr id="19" name="text-178">
            <a:extLst xmlns:a="http://schemas.openxmlformats.org/drawingml/2006/main">
              <a:ext uri="{FF2B5EF4-FFF2-40B4-BE49-F238E27FC236}">
                <a16:creationId xmlns:a16="http://schemas.microsoft.com/office/drawing/2014/main" id="{47334E75-0D5D-4EB0-9DCB-1B291B209E3C}"/>
              </a:ext>
            </a:extLst>
          </p:cNvPr>
          <p:cNvSpPr>
            <a:spLocks xmlns:a="http://schemas.openxmlformats.org/drawingml/2006/main" noGrp="1"/>
          </p:cNvSpPr>
          <p:nvPr/>
        </p:nvSpPr>
        <p:spPr>
          <a:xfrm xmlns:a="http://schemas.openxmlformats.org/drawingml/2006/main">
            <a:off x="10232231" y="2428875"/>
            <a:ext cx="69532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بمحطات</a:t>
            </a:r>
          </a:p>
        </p:txBody>
      </p:sp>
      <p:sp>
        <p:nvSpPr>
          <p:cNvPr id="20" name="text-179">
            <a:extLst xmlns:a="http://schemas.openxmlformats.org/drawingml/2006/main">
              <a:ext uri="{FF2B5EF4-FFF2-40B4-BE49-F238E27FC236}">
                <a16:creationId xmlns:a16="http://schemas.microsoft.com/office/drawing/2014/main" id="{4CD7589E-4809-49A8-9A2C-CCC645367F29}"/>
              </a:ext>
            </a:extLst>
          </p:cNvPr>
          <p:cNvSpPr>
            <a:spLocks xmlns:a="http://schemas.openxmlformats.org/drawingml/2006/main" noGrp="1"/>
          </p:cNvSpPr>
          <p:nvPr/>
        </p:nvSpPr>
        <p:spPr>
          <a:xfrm xmlns:a="http://schemas.openxmlformats.org/drawingml/2006/main">
            <a:off x="9615488" y="2428875"/>
            <a:ext cx="5715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أرضية</a:t>
            </a:r>
          </a:p>
        </p:txBody>
      </p:sp>
      <p:sp>
        <p:nvSpPr>
          <p:cNvPr id="21" name="text-180">
            <a:extLst xmlns:a="http://schemas.openxmlformats.org/drawingml/2006/main">
              <a:ext uri="{FF2B5EF4-FFF2-40B4-BE49-F238E27FC236}">
                <a16:creationId xmlns:a16="http://schemas.microsoft.com/office/drawing/2014/main" id="{F1DC4E8B-0434-4963-A46D-7AA5E79CE589}"/>
              </a:ext>
            </a:extLst>
          </p:cNvPr>
          <p:cNvSpPr>
            <a:spLocks xmlns:a="http://schemas.openxmlformats.org/drawingml/2006/main" noGrp="1"/>
          </p:cNvSpPr>
          <p:nvPr/>
        </p:nvSpPr>
        <p:spPr>
          <a:xfrm xmlns:a="http://schemas.openxmlformats.org/drawingml/2006/main">
            <a:off x="9084469" y="2428875"/>
            <a:ext cx="4857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خطوة</a:t>
            </a:r>
          </a:p>
        </p:txBody>
      </p:sp>
      <p:sp>
        <p:nvSpPr>
          <p:cNvPr id="22" name="text-181">
            <a:extLst xmlns:a="http://schemas.openxmlformats.org/drawingml/2006/main">
              <a:ext uri="{FF2B5EF4-FFF2-40B4-BE49-F238E27FC236}">
                <a16:creationId xmlns:a16="http://schemas.microsoft.com/office/drawing/2014/main" id="{58ED0569-2ADA-4347-9ABA-5B6F99B13498}"/>
              </a:ext>
            </a:extLst>
          </p:cNvPr>
          <p:cNvSpPr>
            <a:spLocks xmlns:a="http://schemas.openxmlformats.org/drawingml/2006/main" noGrp="1"/>
          </p:cNvSpPr>
          <p:nvPr/>
        </p:nvSpPr>
        <p:spPr>
          <a:xfrm xmlns:a="http://schemas.openxmlformats.org/drawingml/2006/main">
            <a:off x="8582025" y="2428875"/>
            <a:ext cx="4572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875" b="0">
                <a:solidFill>
                  <a:srgbClr val="49616A"/>
                </a:solidFill>
                <a:latin typeface="Arial"/>
                <a:ea typeface="Arial"/>
                <a:cs typeface="Arial"/>
              </a:defRPr>
            </a:defPPr>
          </a:lstStyle>
          <a:p xmlns:a="http://schemas.openxmlformats.org/drawingml/2006/main">
            <a:pPr algn="ctr">
              <a:defRPr sz="1875" b="0">
                <a:solidFill>
                  <a:srgbClr val="49616A"/>
                </a:solidFill>
                <a:latin typeface="Arial"/>
                <a:ea typeface="Arial"/>
                <a:cs typeface="Arial"/>
              </a:defRPr>
            </a:pPr>
            <a:r>
              <a:rPr sz="1875" b="0">
                <a:solidFill>
                  <a:srgbClr val="49616A"/>
                </a:solidFill>
                <a:latin typeface="Arial"/>
                <a:ea typeface="Arial"/>
                <a:cs typeface="Arial"/>
              </a:rPr>
              <a:t>لاحقة</a:t>
            </a:r>
          </a:p>
        </p:txBody>
      </p:sp>
      <p:sp>
        <p:nvSpPr>
          <p:cNvPr id="23" name="text-182">
            <a:extLst xmlns:a="http://schemas.openxmlformats.org/drawingml/2006/main">
              <a:ext uri="{FF2B5EF4-FFF2-40B4-BE49-F238E27FC236}">
                <a16:creationId xmlns:a16="http://schemas.microsoft.com/office/drawing/2014/main" id="{25D4537B-D36A-4EA2-B946-531F3E3A491D}"/>
              </a:ext>
            </a:extLst>
          </p:cNvPr>
          <p:cNvSpPr>
            <a:spLocks xmlns:a="http://schemas.openxmlformats.org/drawingml/2006/main" noGrp="1"/>
          </p:cNvSpPr>
          <p:nvPr/>
        </p:nvSpPr>
        <p:spPr>
          <a:xfrm xmlns:a="http://schemas.openxmlformats.org/drawingml/2006/main">
            <a:off x="10753725" y="3390900"/>
            <a:ext cx="75247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نطاقات</a:t>
            </a:r>
          </a:p>
        </p:txBody>
      </p:sp>
      <p:sp>
        <p:nvSpPr>
          <p:cNvPr id="24" name="text-183">
            <a:extLst xmlns:a="http://schemas.openxmlformats.org/drawingml/2006/main">
              <a:ext uri="{FF2B5EF4-FFF2-40B4-BE49-F238E27FC236}">
                <a16:creationId xmlns:a16="http://schemas.microsoft.com/office/drawing/2014/main" id="{6F137F8B-7D6F-4989-9A3E-2A252578D848}"/>
              </a:ext>
            </a:extLst>
          </p:cNvPr>
          <p:cNvSpPr>
            <a:spLocks xmlns:a="http://schemas.openxmlformats.org/drawingml/2006/main" noGrp="1"/>
          </p:cNvSpPr>
          <p:nvPr/>
        </p:nvSpPr>
        <p:spPr>
          <a:xfrm xmlns:a="http://schemas.openxmlformats.org/drawingml/2006/main">
            <a:off x="10179653" y="3390900"/>
            <a:ext cx="51435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الثقة</a:t>
            </a:r>
          </a:p>
        </p:txBody>
      </p:sp>
      <p:sp>
        <p:nvSpPr>
          <p:cNvPr id="25" name="text-184">
            <a:extLst xmlns:a="http://schemas.openxmlformats.org/drawingml/2006/main">
              <a:ext uri="{FF2B5EF4-FFF2-40B4-BE49-F238E27FC236}">
                <a16:creationId xmlns:a16="http://schemas.microsoft.com/office/drawing/2014/main" id="{83F0B3A0-DE45-4D45-9050-E3DB54E9DFCE}"/>
              </a:ext>
            </a:extLst>
          </p:cNvPr>
          <p:cNvSpPr>
            <a:spLocks xmlns:a="http://schemas.openxmlformats.org/drawingml/2006/main" noGrp="1"/>
          </p:cNvSpPr>
          <p:nvPr/>
        </p:nvSpPr>
        <p:spPr>
          <a:xfrm xmlns:a="http://schemas.openxmlformats.org/drawingml/2006/main">
            <a:off x="9881807" y="3390900"/>
            <a:ext cx="23812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لم</a:t>
            </a:r>
          </a:p>
        </p:txBody>
      </p:sp>
      <p:sp>
        <p:nvSpPr>
          <p:cNvPr id="26" name="text-185">
            <a:extLst xmlns:a="http://schemas.openxmlformats.org/drawingml/2006/main">
              <a:ext uri="{FF2B5EF4-FFF2-40B4-BE49-F238E27FC236}">
                <a16:creationId xmlns:a16="http://schemas.microsoft.com/office/drawing/2014/main" id="{4226792F-6FE6-4FB5-BC24-A6FF37DA9BCC}"/>
              </a:ext>
            </a:extLst>
          </p:cNvPr>
          <p:cNvSpPr>
            <a:spLocks xmlns:a="http://schemas.openxmlformats.org/drawingml/2006/main" noGrp="1"/>
          </p:cNvSpPr>
          <p:nvPr/>
        </p:nvSpPr>
        <p:spPr>
          <a:xfrm xmlns:a="http://schemas.openxmlformats.org/drawingml/2006/main">
            <a:off x="9279160" y="3390900"/>
            <a:ext cx="54292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تُعاير</a:t>
            </a:r>
          </a:p>
        </p:txBody>
      </p:sp>
      <p:sp>
        <p:nvSpPr>
          <p:cNvPr id="27" name="text-186">
            <a:extLst xmlns:a="http://schemas.openxmlformats.org/drawingml/2006/main">
              <a:ext uri="{FF2B5EF4-FFF2-40B4-BE49-F238E27FC236}">
                <a16:creationId xmlns:a16="http://schemas.microsoft.com/office/drawing/2014/main" id="{F19F73DC-61DC-46EE-B681-2B4ED1568384}"/>
              </a:ext>
            </a:extLst>
          </p:cNvPr>
          <p:cNvSpPr>
            <a:spLocks xmlns:a="http://schemas.openxmlformats.org/drawingml/2006/main" noGrp="1"/>
          </p:cNvSpPr>
          <p:nvPr/>
        </p:nvSpPr>
        <p:spPr>
          <a:xfrm xmlns:a="http://schemas.openxmlformats.org/drawingml/2006/main">
            <a:off x="8857488" y="3390900"/>
            <a:ext cx="36195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75" b="1">
                <a:solidFill>
                  <a:srgbClr val="102B35"/>
                </a:solidFill>
                <a:latin typeface="Arial"/>
                <a:ea typeface="Arial"/>
                <a:cs typeface="Arial"/>
              </a:defRPr>
            </a:defPPr>
          </a:lstStyle>
          <a:p xmlns:a="http://schemas.openxmlformats.org/drawingml/2006/main">
            <a:pPr algn="ctr">
              <a:defRPr sz="2475" b="1">
                <a:solidFill>
                  <a:srgbClr val="102B35"/>
                </a:solidFill>
                <a:latin typeface="Arial"/>
                <a:ea typeface="Arial"/>
                <a:cs typeface="Arial"/>
              </a:defRPr>
            </a:pPr>
            <a:r>
              <a:rPr sz="2475" b="1">
                <a:solidFill>
                  <a:srgbClr val="102B35"/>
                </a:solidFill>
                <a:latin typeface="Arial"/>
                <a:ea typeface="Arial"/>
                <a:cs typeface="Arial"/>
              </a:rPr>
              <a:t>بعد</a:t>
            </a:r>
          </a:p>
        </p:txBody>
      </p:sp>
      <p:sp>
        <p:nvSpPr>
          <p:cNvPr id="28" name="text-187">
            <a:extLst xmlns:a="http://schemas.openxmlformats.org/drawingml/2006/main">
              <a:ext uri="{FF2B5EF4-FFF2-40B4-BE49-F238E27FC236}">
                <a16:creationId xmlns:a16="http://schemas.microsoft.com/office/drawing/2014/main" id="{D9ACDE6B-FBC4-4A1C-BF91-499B8E22ACB8}"/>
              </a:ext>
            </a:extLst>
          </p:cNvPr>
          <p:cNvSpPr>
            <a:spLocks xmlns:a="http://schemas.openxmlformats.org/drawingml/2006/main" noGrp="1"/>
          </p:cNvSpPr>
          <p:nvPr/>
        </p:nvSpPr>
        <p:spPr>
          <a:xfrm xmlns:a="http://schemas.openxmlformats.org/drawingml/2006/main">
            <a:off x="10725150" y="4419600"/>
            <a:ext cx="7810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التوقعات</a:t>
            </a:r>
          </a:p>
        </p:txBody>
      </p:sp>
      <p:sp>
        <p:nvSpPr>
          <p:cNvPr id="29" name="text-188">
            <a:extLst xmlns:a="http://schemas.openxmlformats.org/drawingml/2006/main">
              <a:ext uri="{FF2B5EF4-FFF2-40B4-BE49-F238E27FC236}">
                <a16:creationId xmlns:a16="http://schemas.microsoft.com/office/drawing/2014/main" id="{E18FEC6F-A3A1-4F5B-921F-8FA3C85BFC70}"/>
              </a:ext>
            </a:extLst>
          </p:cNvPr>
          <p:cNvSpPr>
            <a:spLocks xmlns:a="http://schemas.openxmlformats.org/drawingml/2006/main" noGrp="1"/>
          </p:cNvSpPr>
          <p:nvPr/>
        </p:nvSpPr>
        <p:spPr>
          <a:xfrm xmlns:a="http://schemas.openxmlformats.org/drawingml/2006/main">
            <a:off x="10055352" y="4419600"/>
            <a:ext cx="6191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الحالية</a:t>
            </a:r>
          </a:p>
        </p:txBody>
      </p:sp>
      <p:sp>
        <p:nvSpPr>
          <p:cNvPr id="30" name="text-189">
            <a:extLst xmlns:a="http://schemas.openxmlformats.org/drawingml/2006/main">
              <a:ext uri="{FF2B5EF4-FFF2-40B4-BE49-F238E27FC236}">
                <a16:creationId xmlns:a16="http://schemas.microsoft.com/office/drawing/2014/main" id="{3B34EC71-F452-4867-AB23-D419E215EBB4}"/>
              </a:ext>
            </a:extLst>
          </p:cNvPr>
          <p:cNvSpPr>
            <a:spLocks xmlns:a="http://schemas.openxmlformats.org/drawingml/2006/main" noGrp="1"/>
          </p:cNvSpPr>
          <p:nvPr/>
        </p:nvSpPr>
        <p:spPr>
          <a:xfrm xmlns:a="http://schemas.openxmlformats.org/drawingml/2006/main">
            <a:off x="9414129" y="4419600"/>
            <a:ext cx="5905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لتركيز</a:t>
            </a:r>
          </a:p>
        </p:txBody>
      </p:sp>
      <p:sp>
        <p:nvSpPr>
          <p:cNvPr id="31" name="text-190">
            <a:extLst xmlns:a="http://schemas.openxmlformats.org/drawingml/2006/main">
              <a:ext uri="{FF2B5EF4-FFF2-40B4-BE49-F238E27FC236}">
                <a16:creationId xmlns:a16="http://schemas.microsoft.com/office/drawing/2014/main" id="{635837C7-47CE-4E4B-B08D-6B6E79D076A5}"/>
              </a:ext>
            </a:extLst>
          </p:cNvPr>
          <p:cNvSpPr>
            <a:spLocks xmlns:a="http://schemas.openxmlformats.org/drawingml/2006/main" noGrp="1"/>
          </p:cNvSpPr>
          <p:nvPr/>
        </p:nvSpPr>
        <p:spPr>
          <a:xfrm xmlns:a="http://schemas.openxmlformats.org/drawingml/2006/main">
            <a:off x="8468106" y="4419600"/>
            <a:ext cx="8953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الجسيمات</a:t>
            </a:r>
          </a:p>
        </p:txBody>
      </p:sp>
      <p:sp>
        <p:nvSpPr>
          <p:cNvPr id="32" name="text-191">
            <a:extLst xmlns:a="http://schemas.openxmlformats.org/drawingml/2006/main">
              <a:ext uri="{FF2B5EF4-FFF2-40B4-BE49-F238E27FC236}">
                <a16:creationId xmlns:a16="http://schemas.microsoft.com/office/drawing/2014/main" id="{E1C7FE91-27A5-4F5C-806B-02A5A4E70830}"/>
              </a:ext>
            </a:extLst>
          </p:cNvPr>
          <p:cNvSpPr>
            <a:spLocks xmlns:a="http://schemas.openxmlformats.org/drawingml/2006/main" noGrp="1"/>
          </p:cNvSpPr>
          <p:nvPr/>
        </p:nvSpPr>
        <p:spPr>
          <a:xfrm xmlns:a="http://schemas.openxmlformats.org/drawingml/2006/main">
            <a:off x="7798308" y="4419600"/>
            <a:ext cx="6191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الدقيقة</a:t>
            </a:r>
          </a:p>
        </p:txBody>
      </p:sp>
      <p:sp>
        <p:nvSpPr>
          <p:cNvPr id="33" name="text-192">
            <a:extLst xmlns:a="http://schemas.openxmlformats.org/drawingml/2006/main">
              <a:ext uri="{FF2B5EF4-FFF2-40B4-BE49-F238E27FC236}">
                <a16:creationId xmlns:a16="http://schemas.microsoft.com/office/drawing/2014/main" id="{10A261BF-AA18-4783-BFB6-B3C83BA53282}"/>
              </a:ext>
            </a:extLst>
          </p:cNvPr>
          <p:cNvSpPr>
            <a:spLocks xmlns:a="http://schemas.openxmlformats.org/drawingml/2006/main" noGrp="1"/>
          </p:cNvSpPr>
          <p:nvPr/>
        </p:nvSpPr>
        <p:spPr>
          <a:xfrm xmlns:a="http://schemas.openxmlformats.org/drawingml/2006/main">
            <a:off x="7385685" y="4419600"/>
            <a:ext cx="3619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100" b="1">
                <a:solidFill>
                  <a:srgbClr val="102B35"/>
                </a:solidFill>
                <a:latin typeface="Arial"/>
                <a:ea typeface="Arial"/>
                <a:cs typeface="Arial"/>
              </a:defRPr>
            </a:defPPr>
          </a:lstStyle>
          <a:p xmlns:a="http://schemas.openxmlformats.org/drawingml/2006/main">
            <a:pPr algn="ctr">
              <a:defRPr sz="2100" b="1">
                <a:solidFill>
                  <a:srgbClr val="102B35"/>
                </a:solidFill>
                <a:latin typeface="Arial"/>
                <a:ea typeface="Arial"/>
                <a:cs typeface="Arial"/>
              </a:defRPr>
            </a:pPr>
            <a:r>
              <a:rPr sz="2100" b="1">
                <a:solidFill>
                  <a:srgbClr val="102B35"/>
                </a:solidFill>
                <a:latin typeface="Arial"/>
                <a:ea typeface="Arial"/>
                <a:cs typeface="Arial"/>
              </a:rPr>
              <a:t>فقط</a:t>
            </a:r>
          </a:p>
        </p:txBody>
      </p:sp>
      <p:sp>
        <p:nvSpPr>
          <p:cNvPr id="34" name="text-193">
            <a:extLst xmlns:a="http://schemas.openxmlformats.org/drawingml/2006/main">
              <a:ext uri="{FF2B5EF4-FFF2-40B4-BE49-F238E27FC236}">
                <a16:creationId xmlns:a16="http://schemas.microsoft.com/office/drawing/2014/main" id="{03170A1E-7C52-412D-9987-614CC9C49D49}"/>
              </a:ext>
            </a:extLst>
          </p:cNvPr>
          <p:cNvSpPr>
            <a:spLocks xmlns:a="http://schemas.openxmlformats.org/drawingml/2006/main" noGrp="1"/>
          </p:cNvSpPr>
          <p:nvPr/>
        </p:nvSpPr>
        <p:spPr>
          <a:xfrm xmlns:a="http://schemas.openxmlformats.org/drawingml/2006/main">
            <a:off x="8610600" y="4914900"/>
            <a:ext cx="289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r">
              <a:defRPr sz="2700" b="1">
                <a:solidFill>
                  <a:srgbClr val="007E6D"/>
                </a:solidFill>
                <a:latin typeface="Arial"/>
                <a:ea typeface="Arial"/>
                <a:cs typeface="Arial"/>
              </a:defRPr>
            </a:defPPr>
          </a:lstStyle>
          <a:p xmlns:a="http://schemas.openxmlformats.org/drawingml/2006/main">
            <a:pPr algn="r">
              <a:defRPr sz="2700" b="1">
                <a:solidFill>
                  <a:srgbClr val="007E6D"/>
                </a:solidFill>
                <a:latin typeface="Arial"/>
                <a:ea typeface="Arial"/>
                <a:cs typeface="Arial"/>
              </a:defRPr>
            </a:pPr>
            <a:r>
              <a:rPr sz="2700" b="1">
                <a:solidFill>
                  <a:srgbClr val="007E6D"/>
                </a:solidFill>
                <a:latin typeface="Arial"/>
                <a:ea typeface="Arial"/>
                <a:cs typeface="Arial"/>
              </a:rPr>
              <a:t>PM2.5</a:t>
            </a:r>
          </a:p>
        </p:txBody>
      </p:sp>
      <p:sp>
        <p:nvSpPr>
          <p:cNvPr id="35" name="text-194">
            <a:extLst xmlns:a="http://schemas.openxmlformats.org/drawingml/2006/main">
              <a:ext uri="{FF2B5EF4-FFF2-40B4-BE49-F238E27FC236}">
                <a16:creationId xmlns:a16="http://schemas.microsoft.com/office/drawing/2014/main" id="{D0A90053-D76E-45E6-8836-9F77976677EC}"/>
              </a:ext>
            </a:extLst>
          </p:cNvPr>
          <p:cNvSpPr>
            <a:spLocks xmlns:a="http://schemas.openxmlformats.org/drawingml/2006/main" noGrp="1"/>
          </p:cNvSpPr>
          <p:nvPr/>
        </p:nvSpPr>
        <p:spPr>
          <a:xfrm xmlns:a="http://schemas.openxmlformats.org/drawingml/2006/main">
            <a:off x="10887075" y="5915025"/>
            <a:ext cx="61912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التوقّعات</a:t>
            </a:r>
          </a:p>
        </p:txBody>
      </p:sp>
      <p:sp>
        <p:nvSpPr>
          <p:cNvPr id="36" name="text-195">
            <a:extLst xmlns:a="http://schemas.openxmlformats.org/drawingml/2006/main">
              <a:ext uri="{FF2B5EF4-FFF2-40B4-BE49-F238E27FC236}">
                <a16:creationId xmlns:a16="http://schemas.microsoft.com/office/drawing/2014/main" id="{3AA45C5F-840D-4C1B-8BE3-D7D79267E737}"/>
              </a:ext>
            </a:extLst>
          </p:cNvPr>
          <p:cNvSpPr>
            <a:spLocks xmlns:a="http://schemas.openxmlformats.org/drawingml/2006/main" noGrp="1"/>
          </p:cNvSpPr>
          <p:nvPr/>
        </p:nvSpPr>
        <p:spPr>
          <a:xfrm xmlns:a="http://schemas.openxmlformats.org/drawingml/2006/main">
            <a:off x="10332911" y="5915025"/>
            <a:ext cx="51435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تقديرية</a:t>
            </a:r>
          </a:p>
        </p:txBody>
      </p:sp>
      <p:sp>
        <p:nvSpPr>
          <p:cNvPr id="37" name="text-196">
            <a:extLst xmlns:a="http://schemas.openxmlformats.org/drawingml/2006/main">
              <a:ext uri="{FF2B5EF4-FFF2-40B4-BE49-F238E27FC236}">
                <a16:creationId xmlns:a16="http://schemas.microsoft.com/office/drawing/2014/main" id="{2DE9EAF0-D996-43CA-A87C-2D586774028E}"/>
              </a:ext>
            </a:extLst>
          </p:cNvPr>
          <p:cNvSpPr>
            <a:spLocks xmlns:a="http://schemas.openxmlformats.org/drawingml/2006/main" noGrp="1"/>
          </p:cNvSpPr>
          <p:nvPr/>
        </p:nvSpPr>
        <p:spPr>
          <a:xfrm xmlns:a="http://schemas.openxmlformats.org/drawingml/2006/main">
            <a:off x="10035921" y="5915025"/>
            <a:ext cx="25717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ولا</a:t>
            </a:r>
          </a:p>
        </p:txBody>
      </p:sp>
      <p:sp>
        <p:nvSpPr>
          <p:cNvPr id="38" name="text-197">
            <a:extLst xmlns:a="http://schemas.openxmlformats.org/drawingml/2006/main">
              <a:ext uri="{FF2B5EF4-FFF2-40B4-BE49-F238E27FC236}">
                <a16:creationId xmlns:a16="http://schemas.microsoft.com/office/drawing/2014/main" id="{A5A027ED-9C02-4E28-B3C2-546C71605464}"/>
              </a:ext>
            </a:extLst>
          </p:cNvPr>
          <p:cNvSpPr>
            <a:spLocks xmlns:a="http://schemas.openxmlformats.org/drawingml/2006/main" noGrp="1"/>
          </p:cNvSpPr>
          <p:nvPr/>
        </p:nvSpPr>
        <p:spPr>
          <a:xfrm xmlns:a="http://schemas.openxmlformats.org/drawingml/2006/main">
            <a:off x="9500806" y="5915025"/>
            <a:ext cx="49530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تستبدل</a:t>
            </a:r>
          </a:p>
        </p:txBody>
      </p:sp>
      <p:sp>
        <p:nvSpPr>
          <p:cNvPr id="39" name="text-198">
            <a:extLst xmlns:a="http://schemas.openxmlformats.org/drawingml/2006/main">
              <a:ext uri="{FF2B5EF4-FFF2-40B4-BE49-F238E27FC236}">
                <a16:creationId xmlns:a16="http://schemas.microsoft.com/office/drawing/2014/main" id="{C69E1A9C-66CD-4841-B636-2729030D8C1B}"/>
              </a:ext>
            </a:extLst>
          </p:cNvPr>
          <p:cNvSpPr>
            <a:spLocks xmlns:a="http://schemas.openxmlformats.org/drawingml/2006/main" noGrp="1"/>
          </p:cNvSpPr>
          <p:nvPr/>
        </p:nvSpPr>
        <p:spPr>
          <a:xfrm xmlns:a="http://schemas.openxmlformats.org/drawingml/2006/main">
            <a:off x="8746617" y="5915025"/>
            <a:ext cx="71437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التحذيرات</a:t>
            </a:r>
          </a:p>
        </p:txBody>
      </p:sp>
      <p:sp>
        <p:nvSpPr>
          <p:cNvPr id="40" name="text-199">
            <a:extLst xmlns:a="http://schemas.openxmlformats.org/drawingml/2006/main">
              <a:ext uri="{FF2B5EF4-FFF2-40B4-BE49-F238E27FC236}">
                <a16:creationId xmlns:a16="http://schemas.microsoft.com/office/drawing/2014/main" id="{92E4BA58-D2ED-4DF3-A706-4466CE7632A4}"/>
              </a:ext>
            </a:extLst>
          </p:cNvPr>
          <p:cNvSpPr>
            <a:spLocks xmlns:a="http://schemas.openxmlformats.org/drawingml/2006/main" noGrp="1"/>
          </p:cNvSpPr>
          <p:nvPr/>
        </p:nvSpPr>
        <p:spPr>
          <a:xfrm xmlns:a="http://schemas.openxmlformats.org/drawingml/2006/main">
            <a:off x="8154352" y="5915025"/>
            <a:ext cx="55245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الصحية</a:t>
            </a:r>
          </a:p>
        </p:txBody>
      </p:sp>
      <p:sp>
        <p:nvSpPr>
          <p:cNvPr id="41" name="text-200">
            <a:extLst xmlns:a="http://schemas.openxmlformats.org/drawingml/2006/main">
              <a:ext uri="{FF2B5EF4-FFF2-40B4-BE49-F238E27FC236}">
                <a16:creationId xmlns:a16="http://schemas.microsoft.com/office/drawing/2014/main" id="{2CEF0162-086B-4CA3-AEB3-2320F26E5ECA}"/>
              </a:ext>
            </a:extLst>
          </p:cNvPr>
          <p:cNvSpPr>
            <a:spLocks xmlns:a="http://schemas.openxmlformats.org/drawingml/2006/main" noGrp="1"/>
          </p:cNvSpPr>
          <p:nvPr/>
        </p:nvSpPr>
        <p:spPr>
          <a:xfrm xmlns:a="http://schemas.openxmlformats.org/drawingml/2006/main">
            <a:off x="7552563" y="5915025"/>
            <a:ext cx="56197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650" b="0">
                <a:solidFill>
                  <a:srgbClr val="49616A"/>
                </a:solidFill>
                <a:latin typeface="Arial"/>
                <a:ea typeface="Arial"/>
                <a:cs typeface="Arial"/>
              </a:defRPr>
            </a:defPPr>
          </a:lstStyle>
          <a:p xmlns:a="http://schemas.openxmlformats.org/drawingml/2006/main">
            <a:pPr algn="ctr">
              <a:defRPr sz="1650" b="0">
                <a:solidFill>
                  <a:srgbClr val="49616A"/>
                </a:solidFill>
                <a:latin typeface="Arial"/>
                <a:ea typeface="Arial"/>
                <a:cs typeface="Arial"/>
              </a:defRPr>
            </a:pPr>
            <a:r>
              <a:rPr sz="1650" b="0">
                <a:solidFill>
                  <a:srgbClr val="49616A"/>
                </a:solidFill>
                <a:latin typeface="Arial"/>
                <a:ea typeface="Arial"/>
                <a:cs typeface="Arial"/>
              </a:rPr>
              <a:t>الرسمية</a:t>
            </a:r>
          </a:p>
        </p:txBody>
      </p:sp>
    </p:spTree>
    <p:extLst>
      <p:ext uri="{BB962C8B-B14F-4D97-AF65-F5344CB8AC3E}">
        <p14:creationId xmlns:p14="http://schemas.microsoft.com/office/powerpoint/2010/main" val="1788801350"/>
      </p:ext>
    </p:extLst>
  </p:cSld>
</p:sld>
</file>

<file path=ppt/slides/slide8.xml><?xml version="1.0" encoding="utf-8"?>
<p:sld xmlns:p="http://schemas.openxmlformats.org/presentationml/2006/main">
  <p:cSld>
    <p:bg>
      <p:bgPr>
        <a:solidFill xmlns:a="http://schemas.openxmlformats.org/drawingml/2006/main">
          <a:srgbClr val="07131D"/>
        </a:solidFill>
      </p:bgPr>
    </p:bg>
    <p:spTree>
      <p:nvGrpSpPr>
        <p:cNvPr id="1" name=""/>
        <p:cNvGrpSpPr/>
        <p:nvPr/>
      </p:nvGrpSpPr>
      <p:grpSpPr>
        <a:xfrm xmlns:a="http://schemas.openxmlformats.org/drawingml/2006/main"/>
      </p:grpSpPr>
      <p:sp>
        <p:nvSpPr>
          <p:cNvPr id="18" name="text-201">
            <a:extLst xmlns:a="http://schemas.openxmlformats.org/drawingml/2006/main">
              <a:ext uri="{FF2B5EF4-FFF2-40B4-BE49-F238E27FC236}">
                <a16:creationId xmlns:a16="http://schemas.microsoft.com/office/drawing/2014/main" id="{254014D2-8505-4803-B7CD-D702E19CE0F8}"/>
              </a:ext>
            </a:extLst>
          </p:cNvPr>
          <p:cNvSpPr>
            <a:spLocks xmlns:a="http://schemas.openxmlformats.org/drawingml/2006/main" noGrp="1"/>
          </p:cNvSpPr>
          <p:nvPr/>
        </p:nvSpPr>
        <p:spPr>
          <a:xfrm xmlns:a="http://schemas.openxmlformats.org/drawingml/2006/main">
            <a:off x="66675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A8BEC9"/>
                </a:solidFill>
                <a:latin typeface="Arial"/>
                <a:ea typeface="Arial"/>
                <a:cs typeface="Arial"/>
              </a:defRPr>
            </a:defPPr>
          </a:lstStyle>
          <a:p xmlns:a="http://schemas.openxmlformats.org/drawingml/2006/main">
            <a:pPr algn="l">
              <a:defRPr sz="1275" b="0">
                <a:solidFill>
                  <a:srgbClr val="A8BEC9"/>
                </a:solidFill>
                <a:latin typeface="Arial"/>
                <a:ea typeface="Arial"/>
                <a:cs typeface="Arial"/>
              </a:defRPr>
            </a:pPr>
            <a:r>
              <a:rPr sz="1275" b="0">
                <a:solidFill>
                  <a:srgbClr val="A8BEC9"/>
                </a:solidFill>
                <a:latin typeface="Arial"/>
                <a:ea typeface="Arial"/>
                <a:cs typeface="Arial"/>
              </a:rPr>
              <a:t>08</a:t>
            </a:r>
          </a:p>
        </p:txBody>
      </p:sp>
      <p:sp>
        <p:nvSpPr>
          <p:cNvPr id="2" name="text-202">
            <a:extLst xmlns:a="http://schemas.openxmlformats.org/drawingml/2006/main">
              <a:ext uri="{FF2B5EF4-FFF2-40B4-BE49-F238E27FC236}">
                <a16:creationId xmlns:a16="http://schemas.microsoft.com/office/drawing/2014/main" id="{0EAED789-7035-4D2F-A938-D03180AEAC22}"/>
              </a:ext>
            </a:extLst>
          </p:cNvPr>
          <p:cNvSpPr>
            <a:spLocks xmlns:a="http://schemas.openxmlformats.org/drawingml/2006/main" noGrp="1"/>
          </p:cNvSpPr>
          <p:nvPr/>
        </p:nvSpPr>
        <p:spPr>
          <a:xfrm xmlns:a="http://schemas.openxmlformats.org/drawingml/2006/main">
            <a:off x="10448925" y="457200"/>
            <a:ext cx="10572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الخطوة</a:t>
            </a:r>
          </a:p>
        </p:txBody>
      </p:sp>
      <p:sp>
        <p:nvSpPr>
          <p:cNvPr id="3" name="text-203">
            <a:extLst xmlns:a="http://schemas.openxmlformats.org/drawingml/2006/main">
              <a:ext uri="{FF2B5EF4-FFF2-40B4-BE49-F238E27FC236}">
                <a16:creationId xmlns:a16="http://schemas.microsoft.com/office/drawing/2014/main" id="{CEA6AE0E-C483-4A8C-9490-6731B0EAF330}"/>
              </a:ext>
            </a:extLst>
          </p:cNvPr>
          <p:cNvSpPr>
            <a:spLocks xmlns:a="http://schemas.openxmlformats.org/drawingml/2006/main" noGrp="1"/>
          </p:cNvSpPr>
          <p:nvPr/>
        </p:nvSpPr>
        <p:spPr>
          <a:xfrm xmlns:a="http://schemas.openxmlformats.org/drawingml/2006/main">
            <a:off x="9479852" y="457200"/>
            <a:ext cx="8858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3450" b="1">
                <a:solidFill>
                  <a:srgbClr val="F4F8FC"/>
                </a:solidFill>
                <a:latin typeface="Arial"/>
                <a:ea typeface="Arial"/>
                <a:cs typeface="Arial"/>
              </a:defRPr>
            </a:defPPr>
          </a:lstStyle>
          <a:p xmlns:a="http://schemas.openxmlformats.org/drawingml/2006/main">
            <a:pPr algn="ctr">
              <a:defRPr sz="3450" b="1">
                <a:solidFill>
                  <a:srgbClr val="F4F8FC"/>
                </a:solidFill>
                <a:latin typeface="Arial"/>
                <a:ea typeface="Arial"/>
                <a:cs typeface="Arial"/>
              </a:defRPr>
            </a:pPr>
            <a:r>
              <a:rPr sz="3450" b="1">
                <a:solidFill>
                  <a:srgbClr val="F4F8FC"/>
                </a:solidFill>
                <a:latin typeface="Arial"/>
                <a:ea typeface="Arial"/>
                <a:cs typeface="Arial"/>
              </a:rPr>
              <a:t>الجاية</a:t>
            </a:r>
          </a:p>
        </p:txBody>
      </p:sp>
      <p:sp>
        <p:nvSpPr>
          <p:cNvPr id="4" name="text-204">
            <a:extLst xmlns:a="http://schemas.openxmlformats.org/drawingml/2006/main">
              <a:ext uri="{FF2B5EF4-FFF2-40B4-BE49-F238E27FC236}">
                <a16:creationId xmlns:a16="http://schemas.microsoft.com/office/drawing/2014/main" id="{D0F000E9-527C-46A8-9EE4-85AF2E4F1022}"/>
              </a:ext>
            </a:extLst>
          </p:cNvPr>
          <p:cNvSpPr>
            <a:spLocks xmlns:a="http://schemas.openxmlformats.org/drawingml/2006/main" noGrp="1"/>
          </p:cNvSpPr>
          <p:nvPr/>
        </p:nvSpPr>
        <p:spPr>
          <a:xfrm xmlns:a="http://schemas.openxmlformats.org/drawingml/2006/main">
            <a:off x="10706100" y="1828800"/>
            <a:ext cx="80010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توسيع</a:t>
            </a:r>
          </a:p>
        </p:txBody>
      </p:sp>
      <p:sp>
        <p:nvSpPr>
          <p:cNvPr id="5" name="text-205">
            <a:extLst xmlns:a="http://schemas.openxmlformats.org/drawingml/2006/main">
              <a:ext uri="{FF2B5EF4-FFF2-40B4-BE49-F238E27FC236}">
                <a16:creationId xmlns:a16="http://schemas.microsoft.com/office/drawing/2014/main" id="{6AF43448-B18D-4590-853C-1A8E736D86DD}"/>
              </a:ext>
            </a:extLst>
          </p:cNvPr>
          <p:cNvSpPr>
            <a:spLocks xmlns:a="http://schemas.openxmlformats.org/drawingml/2006/main" noGrp="1"/>
          </p:cNvSpPr>
          <p:nvPr/>
        </p:nvSpPr>
        <p:spPr>
          <a:xfrm xmlns:a="http://schemas.openxmlformats.org/drawingml/2006/main">
            <a:off x="9922955" y="1828800"/>
            <a:ext cx="71437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تغطية</a:t>
            </a:r>
          </a:p>
        </p:txBody>
      </p:sp>
      <p:sp>
        <p:nvSpPr>
          <p:cNvPr id="6" name="text-206">
            <a:extLst xmlns:a="http://schemas.openxmlformats.org/drawingml/2006/main">
              <a:ext uri="{FF2B5EF4-FFF2-40B4-BE49-F238E27FC236}">
                <a16:creationId xmlns:a16="http://schemas.microsoft.com/office/drawing/2014/main" id="{1656C706-D227-44C0-909B-740E500F0912}"/>
              </a:ext>
            </a:extLst>
          </p:cNvPr>
          <p:cNvSpPr>
            <a:spLocks xmlns:a="http://schemas.openxmlformats.org/drawingml/2006/main" noGrp="1"/>
          </p:cNvSpPr>
          <p:nvPr/>
        </p:nvSpPr>
        <p:spPr>
          <a:xfrm xmlns:a="http://schemas.openxmlformats.org/drawingml/2006/main">
            <a:off x="9168384" y="1828800"/>
            <a:ext cx="68580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المدن</a:t>
            </a:r>
          </a:p>
        </p:txBody>
      </p:sp>
      <p:sp>
        <p:nvSpPr>
          <p:cNvPr id="7" name="text-207">
            <a:extLst xmlns:a="http://schemas.openxmlformats.org/drawingml/2006/main">
              <a:ext uri="{FF2B5EF4-FFF2-40B4-BE49-F238E27FC236}">
                <a16:creationId xmlns:a16="http://schemas.microsoft.com/office/drawing/2014/main" id="{1EF271A7-92C7-47F7-BA15-63F0EE385B0A}"/>
              </a:ext>
            </a:extLst>
          </p:cNvPr>
          <p:cNvSpPr>
            <a:spLocks xmlns:a="http://schemas.openxmlformats.org/drawingml/2006/main" noGrp="1"/>
          </p:cNvSpPr>
          <p:nvPr/>
        </p:nvSpPr>
        <p:spPr>
          <a:xfrm xmlns:a="http://schemas.openxmlformats.org/drawingml/2006/main">
            <a:off x="10753725" y="2609850"/>
            <a:ext cx="75247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إضافة</a:t>
            </a:r>
          </a:p>
        </p:txBody>
      </p:sp>
      <p:sp>
        <p:nvSpPr>
          <p:cNvPr id="8" name="text-208">
            <a:extLst xmlns:a="http://schemas.openxmlformats.org/drawingml/2006/main">
              <a:ext uri="{FF2B5EF4-FFF2-40B4-BE49-F238E27FC236}">
                <a16:creationId xmlns:a16="http://schemas.microsoft.com/office/drawing/2014/main" id="{5F964112-BC20-4F1F-A998-E7FB86311DB6}"/>
              </a:ext>
            </a:extLst>
          </p:cNvPr>
          <p:cNvSpPr>
            <a:spLocks xmlns:a="http://schemas.openxmlformats.org/drawingml/2006/main" noGrp="1"/>
          </p:cNvSpPr>
          <p:nvPr/>
        </p:nvSpPr>
        <p:spPr>
          <a:xfrm xmlns:a="http://schemas.openxmlformats.org/drawingml/2006/main">
            <a:off x="9799130" y="2609850"/>
            <a:ext cx="88582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قياسات</a:t>
            </a:r>
          </a:p>
        </p:txBody>
      </p:sp>
      <p:sp>
        <p:nvSpPr>
          <p:cNvPr id="9" name="text-209">
            <a:extLst xmlns:a="http://schemas.openxmlformats.org/drawingml/2006/main">
              <a:ext uri="{FF2B5EF4-FFF2-40B4-BE49-F238E27FC236}">
                <a16:creationId xmlns:a16="http://schemas.microsoft.com/office/drawing/2014/main" id="{4FDF997C-215C-43E4-B1CD-CEB2D8069607}"/>
              </a:ext>
            </a:extLst>
          </p:cNvPr>
          <p:cNvSpPr>
            <a:spLocks xmlns:a="http://schemas.openxmlformats.org/drawingml/2006/main" noGrp="1"/>
          </p:cNvSpPr>
          <p:nvPr/>
        </p:nvSpPr>
        <p:spPr>
          <a:xfrm xmlns:a="http://schemas.openxmlformats.org/drawingml/2006/main">
            <a:off x="8825484" y="2609850"/>
            <a:ext cx="90487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محطات</a:t>
            </a:r>
          </a:p>
        </p:txBody>
      </p:sp>
      <p:sp>
        <p:nvSpPr>
          <p:cNvPr id="10" name="text-210">
            <a:extLst xmlns:a="http://schemas.openxmlformats.org/drawingml/2006/main">
              <a:ext uri="{FF2B5EF4-FFF2-40B4-BE49-F238E27FC236}">
                <a16:creationId xmlns:a16="http://schemas.microsoft.com/office/drawing/2014/main" id="{4356A0B9-E47D-4C5B-B1F8-8B072C2EFB19}"/>
              </a:ext>
            </a:extLst>
          </p:cNvPr>
          <p:cNvSpPr>
            <a:spLocks xmlns:a="http://schemas.openxmlformats.org/drawingml/2006/main" noGrp="1"/>
          </p:cNvSpPr>
          <p:nvPr/>
        </p:nvSpPr>
        <p:spPr>
          <a:xfrm xmlns:a="http://schemas.openxmlformats.org/drawingml/2006/main">
            <a:off x="7937563" y="2609850"/>
            <a:ext cx="81915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أرضية</a:t>
            </a:r>
          </a:p>
        </p:txBody>
      </p:sp>
      <p:sp>
        <p:nvSpPr>
          <p:cNvPr id="11" name="text-211">
            <a:extLst xmlns:a="http://schemas.openxmlformats.org/drawingml/2006/main">
              <a:ext uri="{FF2B5EF4-FFF2-40B4-BE49-F238E27FC236}">
                <a16:creationId xmlns:a16="http://schemas.microsoft.com/office/drawing/2014/main" id="{2BAA52CE-C1B3-43EE-8F6B-5EAFC07336AD}"/>
              </a:ext>
            </a:extLst>
          </p:cNvPr>
          <p:cNvSpPr>
            <a:spLocks xmlns:a="http://schemas.openxmlformats.org/drawingml/2006/main" noGrp="1"/>
          </p:cNvSpPr>
          <p:nvPr/>
        </p:nvSpPr>
        <p:spPr>
          <a:xfrm xmlns:a="http://schemas.openxmlformats.org/drawingml/2006/main">
            <a:off x="10706100" y="3390900"/>
            <a:ext cx="80010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معايرة</a:t>
            </a:r>
          </a:p>
        </p:txBody>
      </p:sp>
      <p:sp>
        <p:nvSpPr>
          <p:cNvPr id="12" name="text-212">
            <a:extLst xmlns:a="http://schemas.openxmlformats.org/drawingml/2006/main">
              <a:ext uri="{FF2B5EF4-FFF2-40B4-BE49-F238E27FC236}">
                <a16:creationId xmlns:a16="http://schemas.microsoft.com/office/drawing/2014/main" id="{72B88CDB-3B13-4464-B424-F7F60167BFFB}"/>
              </a:ext>
            </a:extLst>
          </p:cNvPr>
          <p:cNvSpPr>
            <a:spLocks xmlns:a="http://schemas.openxmlformats.org/drawingml/2006/main" noGrp="1"/>
          </p:cNvSpPr>
          <p:nvPr/>
        </p:nvSpPr>
        <p:spPr>
          <a:xfrm xmlns:a="http://schemas.openxmlformats.org/drawingml/2006/main">
            <a:off x="10132505" y="3390900"/>
            <a:ext cx="50482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عدم</a:t>
            </a:r>
          </a:p>
        </p:txBody>
      </p:sp>
      <p:sp>
        <p:nvSpPr>
          <p:cNvPr id="13" name="text-213">
            <a:extLst xmlns:a="http://schemas.openxmlformats.org/drawingml/2006/main">
              <a:ext uri="{FF2B5EF4-FFF2-40B4-BE49-F238E27FC236}">
                <a16:creationId xmlns:a16="http://schemas.microsoft.com/office/drawing/2014/main" id="{EE31AA34-0790-4FFF-9DBD-3FD6CB642023}"/>
              </a:ext>
            </a:extLst>
          </p:cNvPr>
          <p:cNvSpPr>
            <a:spLocks xmlns:a="http://schemas.openxmlformats.org/drawingml/2006/main" noGrp="1"/>
          </p:cNvSpPr>
          <p:nvPr/>
        </p:nvSpPr>
        <p:spPr>
          <a:xfrm xmlns:a="http://schemas.openxmlformats.org/drawingml/2006/main">
            <a:off x="9339834" y="3390900"/>
            <a:ext cx="72390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اليقين</a:t>
            </a:r>
          </a:p>
        </p:txBody>
      </p:sp>
      <p:sp>
        <p:nvSpPr>
          <p:cNvPr id="14" name="text-214">
            <a:extLst xmlns:a="http://schemas.openxmlformats.org/drawingml/2006/main">
              <a:ext uri="{FF2B5EF4-FFF2-40B4-BE49-F238E27FC236}">
                <a16:creationId xmlns:a16="http://schemas.microsoft.com/office/drawing/2014/main" id="{7F6282F0-391D-4DA9-A456-B1A85E9345C3}"/>
              </a:ext>
            </a:extLst>
          </p:cNvPr>
          <p:cNvSpPr>
            <a:spLocks xmlns:a="http://schemas.openxmlformats.org/drawingml/2006/main" noGrp="1"/>
          </p:cNvSpPr>
          <p:nvPr/>
        </p:nvSpPr>
        <p:spPr>
          <a:xfrm xmlns:a="http://schemas.openxmlformats.org/drawingml/2006/main">
            <a:off x="8575739" y="3390900"/>
            <a:ext cx="69532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ونشر</a:t>
            </a:r>
          </a:p>
        </p:txBody>
      </p:sp>
      <p:sp>
        <p:nvSpPr>
          <p:cNvPr id="15" name="text-215">
            <a:extLst xmlns:a="http://schemas.openxmlformats.org/drawingml/2006/main">
              <a:ext uri="{FF2B5EF4-FFF2-40B4-BE49-F238E27FC236}">
                <a16:creationId xmlns:a16="http://schemas.microsoft.com/office/drawing/2014/main" id="{565DC728-F574-4FE1-B949-AD744FFEFE54}"/>
              </a:ext>
            </a:extLst>
          </p:cNvPr>
          <p:cNvSpPr>
            <a:spLocks xmlns:a="http://schemas.openxmlformats.org/drawingml/2006/main" noGrp="1"/>
          </p:cNvSpPr>
          <p:nvPr/>
        </p:nvSpPr>
        <p:spPr>
          <a:xfrm xmlns:a="http://schemas.openxmlformats.org/drawingml/2006/main">
            <a:off x="7583043" y="3390900"/>
            <a:ext cx="92392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850" b="1">
                <a:solidFill>
                  <a:srgbClr val="F4F8FC"/>
                </a:solidFill>
                <a:latin typeface="Arial"/>
                <a:ea typeface="Arial"/>
                <a:cs typeface="Arial"/>
              </a:defRPr>
            </a:defPPr>
          </a:lstStyle>
          <a:p xmlns:a="http://schemas.openxmlformats.org/drawingml/2006/main">
            <a:pPr algn="ctr">
              <a:defRPr sz="2850" b="1">
                <a:solidFill>
                  <a:srgbClr val="F4F8FC"/>
                </a:solidFill>
                <a:latin typeface="Arial"/>
                <a:ea typeface="Arial"/>
                <a:cs typeface="Arial"/>
              </a:defRPr>
            </a:pPr>
            <a:r>
              <a:rPr sz="2850" b="1">
                <a:solidFill>
                  <a:srgbClr val="F4F8FC"/>
                </a:solidFill>
                <a:latin typeface="Arial"/>
                <a:ea typeface="Arial"/>
                <a:cs typeface="Arial"/>
              </a:rPr>
              <a:t>التطبيق</a:t>
            </a:r>
          </a:p>
        </p:txBody>
      </p:sp>
      <p:sp>
        <p:nvSpPr>
          <p:cNvPr id="16" name="text-216">
            <a:extLst xmlns:a="http://schemas.openxmlformats.org/drawingml/2006/main">
              <a:ext uri="{FF2B5EF4-FFF2-40B4-BE49-F238E27FC236}">
                <a16:creationId xmlns:a16="http://schemas.microsoft.com/office/drawing/2014/main" id="{EC030BC5-1123-4AB7-A67D-6412A4D9C86F}"/>
              </a:ext>
            </a:extLst>
          </p:cNvPr>
          <p:cNvSpPr>
            <a:spLocks xmlns:a="http://schemas.openxmlformats.org/drawingml/2006/main" noGrp="1"/>
          </p:cNvSpPr>
          <p:nvPr/>
        </p:nvSpPr>
        <p:spPr>
          <a:xfrm xmlns:a="http://schemas.openxmlformats.org/drawingml/2006/main">
            <a:off x="685800" y="4905375"/>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050" b="1">
                <a:solidFill>
                  <a:srgbClr val="40E0B0"/>
                </a:solidFill>
                <a:latin typeface="Arial"/>
                <a:ea typeface="Arial"/>
                <a:cs typeface="Arial"/>
              </a:defRPr>
            </a:defPPr>
          </a:lstStyle>
          <a:p xmlns:a="http://schemas.openxmlformats.org/drawingml/2006/main">
            <a:pPr algn="l">
              <a:defRPr sz="4050" b="1">
                <a:solidFill>
                  <a:srgbClr val="40E0B0"/>
                </a:solidFill>
                <a:latin typeface="Arial"/>
                <a:ea typeface="Arial"/>
                <a:cs typeface="Arial"/>
              </a:defRPr>
            </a:pPr>
            <a:r>
              <a:rPr sz="4050" b="1">
                <a:solidFill>
                  <a:srgbClr val="40E0B0"/>
                </a:solidFill>
                <a:latin typeface="Arial"/>
                <a:ea typeface="Arial"/>
                <a:cs typeface="Arial"/>
              </a:rPr>
              <a:t>ATMOSPHERE AI</a:t>
            </a:r>
          </a:p>
        </p:txBody>
      </p:sp>
      <p:sp>
        <p:nvSpPr>
          <p:cNvPr id="17" name="text-217">
            <a:extLst xmlns:a="http://schemas.openxmlformats.org/drawingml/2006/main">
              <a:ext uri="{FF2B5EF4-FFF2-40B4-BE49-F238E27FC236}">
                <a16:creationId xmlns:a16="http://schemas.microsoft.com/office/drawing/2014/main" id="{BA5C1843-B4BE-4FEA-863A-3405767E21E4}"/>
              </a:ext>
            </a:extLst>
          </p:cNvPr>
          <p:cNvSpPr>
            <a:spLocks xmlns:a="http://schemas.openxmlformats.org/drawingml/2006/main" noGrp="1"/>
          </p:cNvSpPr>
          <p:nvPr/>
        </p:nvSpPr>
        <p:spPr>
          <a:xfrm xmlns:a="http://schemas.openxmlformats.org/drawingml/2006/main">
            <a:off x="704850" y="5734050"/>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7BDCF2"/>
                </a:solidFill>
                <a:latin typeface="Arial"/>
                <a:ea typeface="Arial"/>
                <a:cs typeface="Arial"/>
              </a:defRPr>
            </a:defPPr>
          </a:lstStyle>
          <a:p xmlns:a="http://schemas.openxmlformats.org/drawingml/2006/main">
            <a:pPr algn="l">
              <a:defRPr sz="2250" b="0">
                <a:solidFill>
                  <a:srgbClr val="7BDCF2"/>
                </a:solidFill>
                <a:latin typeface="Arial"/>
                <a:ea typeface="Arial"/>
                <a:cs typeface="Arial"/>
              </a:defRPr>
            </a:pPr>
            <a:r>
              <a:rPr sz="2250" b="0">
                <a:solidFill>
                  <a:srgbClr val="7BDCF2"/>
                </a:solidFill>
                <a:latin typeface="Arial"/>
                <a:ea typeface="Arial"/>
                <a:cs typeface="Arial"/>
              </a:rPr>
              <a:t>github.com/mosv7/atmosphere-ai</a:t>
            </a:r>
          </a:p>
        </p:txBody>
      </p:sp>
    </p:spTree>
    <p:extLst>
      <p:ext uri="{BB962C8B-B14F-4D97-AF65-F5344CB8AC3E}">
        <p14:creationId xmlns:p14="http://schemas.microsoft.com/office/powerpoint/2010/main" val="8148913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2026-10-15T19:36:06.3990000Z</dcterms:created>
  <dcterms:modified xsi:type="dcterms:W3CDTF">2026-10-15T19:36:06.4000000Z</dcterms:modified>
</coreProperties>
</file>